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direction: six words. Independent practice, eight minutes on the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frame with a twenty-word direction and the timer nearly up — direction drops to 92px, clock turns coral.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plan variant: three short numbered steps, amber numerals, full period on the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50A3A4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1123950"/>
            <a:ext cx="500961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480" kern="0" dirty="0">
                <a:solidFill>
                  <a:srgbClr val="50A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82279" y="876300"/>
            <a:ext cx="3258994" cy="1250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51"/>
              </a:lnSpc>
              <a:buNone/>
            </a:pPr>
            <a:r>
              <a:rPr lang="en-US" sz="11100" b="1" spc="-222" kern="0" dirty="0">
                <a:solidFill>
                  <a:srgbClr val="201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8:00</a:t>
            </a:r>
            <a:endParaRPr lang="en-US" sz="11100" dirty="0"/>
          </a:p>
        </p:txBody>
      </p:sp>
      <p:sp>
        <p:nvSpPr>
          <p:cNvPr id="5" name="Text 3"/>
          <p:cNvSpPr/>
          <p:nvPr/>
        </p:nvSpPr>
        <p:spPr>
          <a:xfrm>
            <a:off x="15710967" y="2145729"/>
            <a:ext cx="157743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90" kern="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of 4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81100" y="4026396"/>
            <a:ext cx="14519910" cy="229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89"/>
              </a:lnSpc>
              <a:buNone/>
            </a:pPr>
            <a:r>
              <a:rPr lang="en-US" sz="8400" b="1" spc="-126" kern="0" dirty="0">
                <a:solidFill>
                  <a:srgbClr val="201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problems 1–4 on your own.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1181100" y="6707088"/>
            <a:ext cx="12573000" cy="632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36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finish, check with your table.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181100" y="8843963"/>
            <a:ext cx="5251475" cy="719138"/>
          </a:xfrm>
          <a:prstGeom prst="roundRect">
            <a:avLst>
              <a:gd name="adj" fmla="val 50000"/>
            </a:avLst>
          </a:prstGeom>
          <a:ln w="19050">
            <a:solidFill>
              <a:srgbClr val="201E1A">
                <a:alpha val="14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5900" y="9079706"/>
            <a:ext cx="247650" cy="2476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85950" y="9034463"/>
            <a:ext cx="108332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45" kern="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0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3178820" y="9041606"/>
            <a:ext cx="19050" cy="323850"/>
          </a:xfrm>
          <a:prstGeom prst="rect">
            <a:avLst/>
          </a:prstGeom>
          <a:solidFill>
            <a:srgbClr val="201E1A">
              <a:alpha val="1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3620" y="9079706"/>
            <a:ext cx="247650" cy="2476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3670" y="9034463"/>
            <a:ext cx="246851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45" kern="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Pencil and paper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50A3A4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1123950"/>
            <a:ext cx="500961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480" kern="0" dirty="0">
                <a:solidFill>
                  <a:srgbClr val="50A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82279" y="876300"/>
            <a:ext cx="3258994" cy="1250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51"/>
              </a:lnSpc>
              <a:buNone/>
            </a:pPr>
            <a:r>
              <a:rPr lang="en-US" sz="11100" b="1" spc="-222" kern="0" dirty="0">
                <a:solidFill>
                  <a:srgbClr val="F95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0:45</a:t>
            </a:r>
            <a:endParaRPr lang="en-US" sz="11100" dirty="0"/>
          </a:p>
        </p:txBody>
      </p:sp>
      <p:sp>
        <p:nvSpPr>
          <p:cNvPr id="5" name="Text 3"/>
          <p:cNvSpPr/>
          <p:nvPr/>
        </p:nvSpPr>
        <p:spPr>
          <a:xfrm>
            <a:off x="15710967" y="2145729"/>
            <a:ext cx="157743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90" kern="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of 4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81100" y="3781425"/>
            <a:ext cx="15304770" cy="2877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36"/>
              </a:lnSpc>
              <a:buNone/>
            </a:pPr>
            <a:r>
              <a:rPr lang="en-US" sz="6900" b="1" spc="-103" kern="0" dirty="0">
                <a:solidFill>
                  <a:srgbClr val="201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problems 1–4 on your own, show every step, and circle the answer you are most sure about.</a:t>
            </a:r>
            <a:endParaRPr lang="en-US" sz="6900" dirty="0"/>
          </a:p>
        </p:txBody>
      </p:sp>
      <p:sp>
        <p:nvSpPr>
          <p:cNvPr id="7" name="Text 5"/>
          <p:cNvSpPr/>
          <p:nvPr/>
        </p:nvSpPr>
        <p:spPr>
          <a:xfrm>
            <a:off x="1181100" y="7001619"/>
            <a:ext cx="1257300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7"/>
              </a:lnSpc>
              <a:buNone/>
            </a:pPr>
            <a:r>
              <a:rPr lang="en-US" sz="330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finish, check with your table.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181100" y="8843963"/>
            <a:ext cx="5474494" cy="719138"/>
          </a:xfrm>
          <a:prstGeom prst="roundRect">
            <a:avLst>
              <a:gd name="adj" fmla="val 50000"/>
            </a:avLst>
          </a:prstGeom>
          <a:ln w="19050">
            <a:solidFill>
              <a:srgbClr val="201E1A">
                <a:alpha val="14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5900" y="9079706"/>
            <a:ext cx="247650" cy="2476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85950" y="9034463"/>
            <a:ext cx="108332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45" kern="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0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3178820" y="9041606"/>
            <a:ext cx="19050" cy="323850"/>
          </a:xfrm>
          <a:prstGeom prst="rect">
            <a:avLst/>
          </a:prstGeom>
          <a:solidFill>
            <a:srgbClr val="201E1A">
              <a:alpha val="1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3620" y="9079706"/>
            <a:ext cx="247650" cy="2476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3670" y="9034463"/>
            <a:ext cx="271383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45" kern="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Pencil, paper, ruler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10287000"/>
          </a:xfrm>
          <a:prstGeom prst="rect">
            <a:avLst/>
          </a:prstGeom>
          <a:solidFill>
            <a:srgbClr val="50A3A4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1123950"/>
            <a:ext cx="294376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480" kern="0" dirty="0">
                <a:solidFill>
                  <a:srgbClr val="50A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98463" y="876300"/>
            <a:ext cx="4231191" cy="1250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51"/>
              </a:lnSpc>
              <a:buNone/>
            </a:pPr>
            <a:r>
              <a:rPr lang="en-US" sz="11100" b="1" spc="-222" kern="0" dirty="0">
                <a:solidFill>
                  <a:srgbClr val="201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42:00</a:t>
            </a:r>
            <a:endParaRPr lang="en-US" sz="11100" dirty="0"/>
          </a:p>
        </p:txBody>
      </p:sp>
      <p:sp>
        <p:nvSpPr>
          <p:cNvPr id="5" name="Text 3"/>
          <p:cNvSpPr/>
          <p:nvPr/>
        </p:nvSpPr>
        <p:spPr>
          <a:xfrm>
            <a:off x="15753531" y="2145729"/>
            <a:ext cx="153061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90" kern="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of 4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81100" y="4175224"/>
            <a:ext cx="68580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CA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171700" y="4094262"/>
            <a:ext cx="8906939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22"/>
              </a:lnSpc>
              <a:buNone/>
            </a:pPr>
            <a:r>
              <a:rPr lang="en-US" sz="5400" b="1" spc="-54" kern="0" dirty="0">
                <a:solidFill>
                  <a:srgbClr val="201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on the half sheet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181100" y="5367710"/>
            <a:ext cx="68580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CA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171700" y="5286747"/>
            <a:ext cx="7014277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22"/>
              </a:lnSpc>
              <a:buNone/>
            </a:pPr>
            <a:r>
              <a:rPr lang="en-US" sz="5400" b="1" spc="-54" kern="0" dirty="0">
                <a:solidFill>
                  <a:srgbClr val="201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tables together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181100" y="6560195"/>
            <a:ext cx="68580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CAF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2171700" y="6479232"/>
            <a:ext cx="9215616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22"/>
              </a:lnSpc>
              <a:buNone/>
            </a:pPr>
            <a:r>
              <a:rPr lang="en-US" sz="5400" b="1" spc="-54" kern="0" dirty="0">
                <a:solidFill>
                  <a:srgbClr val="201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set, then exit ticket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1181100" y="8843963"/>
            <a:ext cx="4790182" cy="719138"/>
          </a:xfrm>
          <a:prstGeom prst="roundRect">
            <a:avLst>
              <a:gd name="adj" fmla="val 50000"/>
            </a:avLst>
          </a:prstGeom>
          <a:ln w="19050">
            <a:solidFill>
              <a:srgbClr val="201E1A">
                <a:alpha val="1400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5900" y="9079706"/>
            <a:ext cx="247650" cy="2476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885950" y="9034463"/>
            <a:ext cx="103435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45" kern="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1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3129855" y="9041606"/>
            <a:ext cx="19050" cy="323850"/>
          </a:xfrm>
          <a:prstGeom prst="rect">
            <a:avLst/>
          </a:prstGeom>
          <a:solidFill>
            <a:srgbClr val="201E1A">
              <a:alpha val="14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4655" y="9079706"/>
            <a:ext cx="247650" cy="2476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34705" y="9034463"/>
            <a:ext cx="201495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45" kern="0" dirty="0">
                <a:solidFill>
                  <a:srgbClr val="6F6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out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2026-08-03T07:58:42Z</dcterms:created>
  <dcterms:modified xsi:type="dcterms:W3CDTF">2026-08-03T07:58:42Z</dcterms:modified>
</cp:coreProperties>
</file>