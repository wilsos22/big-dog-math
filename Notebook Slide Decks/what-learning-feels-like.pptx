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am going to show you something about math - but it is really a lesson about how learning works.
Say it once, then go straight into the trick. Do not preview the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not see your number, and I will not ask you to tell anyone. Follow each direction carefully, and I guarantee that I can predict your final answer.
Let the doubt sit. Do not defend the claim - just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each new result on a separate line. Do not replace or erase your original number. We will need it later.
Wait until every pencil has stopped before advancing. Silent readiness signal: pencil laid flat, or a thumb held against the chest. No numbers said out loud from this point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8 to 12 seconds. Watch for pencils flat. Say nothing about what is happening.
No one says a number out loud. New line for each result. Do not write the operation on the board - they only get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to 12 seconds here - this one takes longer. If a student looks stuck, point at their last line, do not give the product.
No one says a number out loud. New line for each result. Do not write the operation on the board - they only get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to 10 seconds. Remind silently: new line each time.
No one says a number out loud. New line for each result. Do not write the operation on the board - they only get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to 12 seconds. This will divide evenly for everyone. If it does not, that is evidence - tell them to keep it.
No one says a number out loud. New line for each result. Do not write the operation on the board - they only get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circled number on your own paper. About 8 to 10 seconds. This is the step where the mystery actually happens - do not comment on it.
No one says a number out loud. New line for each result. Do not write the operation on the board - they only get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one. About 8 to 10 seconds. Then advance immediately - do not let anyone announce a number.
No one says a number out loud. New line for each result. Do not write the operation on the board - they only get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your hand over your answer. If you are still calculating, that is okay. We will wait without calling anything out.
Scan the room. Do not advance until every answer is covered - the reveal only lands if nobody has heard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Three full seconds of silence before you click.
Ask them to keep their hands covering.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reaction happen. Do not talk over it.
Then: hands up if you got 3. Then go straight to the next slide before anyone feels bad about a different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did not get 3, that does not mean you are bad at math. It means your paper contains evidence. We can trace the path and find the exact place where something changed.
Name it as normal and move on quickly. Do not stop to fix individual papers now - offer to trace one together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of silence. No hands, no talking, no writing yet. Run the classroom timer.
If the room gets restless, hold it anyway. The silence is what makes the discussion worth having.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share observations before you introduce any algebra. Accept partial ideas and pattern noticing - I noticed it always got bigger, I noticed the dividing undid something.
Do not confirm or deny yet. Collect three or four ideas,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one arrow at a time, using a student's real work if someone started with 7.
Do not explain why it lands on 3 yet. Just replay it. Ask only: does this match what your paper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answer this one. Let them find it.
Give them thirty seconds looking at the list, then take hands. You are fishing for step 2 and step 4 - multiplied by 3, divided by 3. One undoes the other.
If nobody sees it, narrow it: look only at the numbers in the gold column. Which number shows up more than once? Now what did we do with it each time?
When somebody gets it, push once more: so if multiplying by 3 and dividing by 3 cancel out, what is step 5 doing? It is subtracting the exact number you started with - so your number cancels too. That leaves only the 4 and the 15, and those are the same for everybody in this room.
That is the answer to the whole trick, and they will have said it, not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Whoever spotted it - that has a name. Inverse operations. Two operations that undo each other. Multiply by 3 and divide by 3 are inverses. Add 4 and subtract 4 are inverses.
You are going to be a pro at these by the end of this year. Every single time we solve for something, this is the move: whatever got done to it, do the opposite.
And notice the order it happened in today. You found the pattern first. The name showed up second. That is how it is supposed to go. The vocabulary is a label for something you already noticed - not a hoop you have to jump through before you are allowed to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 let's talk about how we got there.
First: we all had different starting numbers, right? Get a few hands. Who started with 2? With 9? Nobody in here ran the same problem as the person next to them.
So here is my problem. I want to show you how this works. But I cannot write it out with your number, and your number, and your number. I would be here all night.
How do I write math when I do not know what number is going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solved this problem yourselves, an hour into sixth grade. You drew a circle around your number.
That circle is a placeholder. It means: something goes here, and it is different for every person in this room.
Mathematicians got tired of drawing circles, so they write a letter instead. Usually x. That is all a variable is - a placeholder. It just means something that changes, like the number you started with.
If anyone says x sounds like high school math: you have been using it since the second slide. You just drew it instead of writing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them up column by column. The top row is one student. The bottom row is everybody at once.
Do not require anyone to master this today. It is a glimpse of a structure that was invisible five minutes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Point at it and say it plainly: whatever you started with got added in, carried along, and then taken right back out. It never had a chance to change the ending.
That is why I could predict it. I was never predicting your number. I was predicting what happens after your number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one sit. Say it flat, like you are reporting a fact, not selling it.
What we just did - a placeholder, carried through six operations, cancelling out - is algebra. It is on the tenth grade test. You did it in ten minutes on the first day of sixth grade.
Here is the part I actually want you to hear. Nobody told you it was algebra before you did it. So nobody in this room got to decide ahead of time that it was too hard for them. You just started, and you wrote it down, and you got there.
That is going to keep being true all year. Most of the things you think you cannot do are things somebody labeled before you tried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words out loud. Some of you have heard these before and already decided they were hard words. You used all four of them in the last ten minutes.
By June you will be a pro at every one of these. Not because they are easy - because we are going to do them over and over until they are boring.
And that is the deal in this room all year. You try it first. We name it second. If I handed you the vocabulary word before you had ever seen the thing, it would just be a word to memorize. Now it is a name for something you already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 out loud and point at the moment each one happened.
Confused - when I said add 15 and it made no sense. Try - you did it anyway. Record - one result per line. Notice - everybody landed on 3. Revise - the people who did not, and we could find where. Understand - the circled number cancels. Explain - you could run this on your family tonight.
Confusion was step one. It was not evidence you were bad at this. It was evidence you were paying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out loud fast, exactly as written, and do not let anyone write. Then ask: could you have done that?
This is the point. The math never got harder. It was always add, multiply, add, divide, subtract, divide - operations every one of you can already do. What made it feel impossible was holding all six at once.
Hard is not the same as complicated. This was never hard. It was just too much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six directions. Same six operations. The only thing that changed is that each one got its own line.
When it was in your head, you were carrying all six at once. On paper, you are only ever carrying one - the line you are on. The paper holds the rest for you.
This is the whole reason I ask you to write your steps down. Not for me. So you only have to hold one thing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steps sounds like a lot. It is not, because you are never doing ten. You are doing step one. Then step one is done and it is off your plate forever.
This is the difference between math and almost everything else that feels overwhelming. Math will always let you take exactly one step and stop there.
When a problem looks too big, that is the move. Do not solve it. Do line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Effort is not staring at a problem or waiting for someone to rescue you. Effort is taking a reasonable next step and examining what happens.
Tie it back: every one of these six things happened during the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you ever looked at your bike and your mom's car and thought, that will definitely fit? Then you actually try, and the handlebars stick out and the trunk will not close.
The picture in your head felt right, but it had not been tested.
Math is the same. An answer can feel right inside your head. Writing gives that thought another checkpoint. It travels from your brain, through your hand, onto the paper, through your eyes, and back into your brain.
Now you can see a skipped step, a number that changed, or an answer that does not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you learn to play an instrument or sing well by only watching other people?
Watching can teach you something, but eventually you must practice.
Watching me complete ten problems is not the same as attempting one yourself. Each problem you try is one repetition for your brain.
That repetition practices focusing, organizing information, choosing a strategy, testing it, and adjusting. Writing leaves a trail your brain can follow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many classes, we answer questions. In math, we often call them problems.
What else is full of problems? Life.
A problem does not always mean something terrible. It means you are facing a situation where the answer is not immediately obvious.
Math gives us a safe place to practice identifying what matters, choosing a strategy, testing it, and changing direction when needed. Those same habits help in school, sports, games, jobs, relationships, and everyday decisions. Math is one strong way to practice this - not the only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beautiful thing about math is that its rules and relationships are dependable. Seven times eight does not change tomorrow. When a rule fits the situation, it works on problems you have never seen before.
Sixth grade is about building your tool belt so you can select the right tool at the right time.
Some questions in school require a specific fact. If you were never taught a person's name, reasoning alone will not produce that name. Math often gives you another way forward: use the rules, patterns, and tools you already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have to see the entire path before you begin. Choose one reasonable tool and take the next step. If it does not help, that attempt still gives you information.
These five questions live on the wall. Point at them instead of answering, for the rest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work does not mean writing a paragraph or recording every tiny thought. It means showing enough that you or another person can replay your reasoning.
Write one step per line. Circle important information. If you make a mistake, draw one line through it and revise it instead of completely erasing it.
We do not show our work because I want more writing. We show our work because ideas become stronger when we can see, test, and improve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job is not to know everything immediately. Your job is to begin, make your thinking visible, use your tools, and keep moving.
Run the call and response twice. First time will be quiet - that is fine, do it again. Teacher: when we get stuck? Students: check the tool belt.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MR. WILSON   ·   6TH GRADE MATH   ·   DAY ONE</a:t>
            </a:r>
            <a:endParaRPr lang="en-US" sz="1600" dirty="0"/>
          </a:p>
        </p:txBody>
      </p:sp>
      <p:sp>
        <p:nvSpPr>
          <p:cNvPr id="3" name="Text 1"/>
          <p:cNvSpPr/>
          <p:nvPr/>
        </p:nvSpPr>
        <p:spPr>
          <a:xfrm>
            <a:off x="822960" y="1463040"/>
            <a:ext cx="10545775" cy="4206240"/>
          </a:xfrm>
          <a:prstGeom prst="rect">
            <a:avLst/>
          </a:prstGeom>
          <a:noFill/>
          <a:ln/>
        </p:spPr>
        <p:txBody>
          <a:bodyPr wrap="square" lIns="0" tIns="0" rIns="0" bIns="0" rtlCol="0" anchor="ctr"/>
          <a:lstStyle/>
          <a:p>
            <a:pPr algn="l" indent="0" marL="0">
              <a:lnSpc>
                <a:spcPts val="10800"/>
              </a:lnSpc>
              <a:buNone/>
            </a:pPr>
            <a:r>
              <a:rPr lang="en-US" sz="10800" b="1" spc="-300" kern="0" dirty="0">
                <a:solidFill>
                  <a:srgbClr val="FFFFFF"/>
                </a:solidFill>
                <a:latin typeface="Arial" pitchFamily="34" charset="0"/>
                <a:ea typeface="Arial" pitchFamily="34" charset="-122"/>
                <a:cs typeface="Arial" pitchFamily="34" charset="-120"/>
              </a:rPr>
              <a:t>What</a:t>
            </a:r>
            <a:endParaRPr lang="en-US" sz="10800" dirty="0"/>
          </a:p>
          <a:p>
            <a:pPr algn="l" indent="0" marL="0">
              <a:lnSpc>
                <a:spcPts val="10800"/>
              </a:lnSpc>
              <a:buNone/>
            </a:pPr>
            <a:r>
              <a:rPr lang="en-US" sz="10800" b="1" spc="-300" kern="0" dirty="0">
                <a:solidFill>
                  <a:srgbClr val="FFFFFF"/>
                </a:solidFill>
                <a:latin typeface="Arial" pitchFamily="34" charset="0"/>
                <a:ea typeface="Arial" pitchFamily="34" charset="-122"/>
                <a:cs typeface="Arial" pitchFamily="34" charset="-120"/>
              </a:rPr>
              <a:t>Learning</a:t>
            </a:r>
            <a:endParaRPr lang="en-US" sz="10800" dirty="0"/>
          </a:p>
          <a:p>
            <a:pPr algn="l" indent="0" marL="0">
              <a:lnSpc>
                <a:spcPts val="10800"/>
              </a:lnSpc>
              <a:buNone/>
            </a:pPr>
            <a:r>
              <a:rPr lang="en-US" sz="10800" b="1" spc="-300" kern="0" dirty="0">
                <a:solidFill>
                  <a:srgbClr val="FFFFFF"/>
                </a:solidFill>
                <a:latin typeface="Arial" pitchFamily="34" charset="0"/>
                <a:ea typeface="Arial" pitchFamily="34" charset="-122"/>
                <a:cs typeface="Arial" pitchFamily="34" charset="-120"/>
              </a:rPr>
              <a:t>Feels Like</a:t>
            </a:r>
            <a:endParaRPr lang="en-US" sz="10800" dirty="0"/>
          </a:p>
        </p:txBody>
      </p:sp>
      <p:sp>
        <p:nvSpPr>
          <p:cNvPr id="4" name="Shape 2"/>
          <p:cNvSpPr/>
          <p:nvPr/>
        </p:nvSpPr>
        <p:spPr>
          <a:xfrm>
            <a:off x="10378440" y="4983480"/>
            <a:ext cx="1005840" cy="1005840"/>
          </a:xfrm>
          <a:prstGeom prst="ellipse">
            <a:avLst/>
          </a:prstGeom>
          <a:solidFill>
            <a:srgbClr val="0B1B33">
              <a:alpha val="0"/>
            </a:srgbClr>
          </a:solidFill>
          <a:ln w="63500">
            <a:solidFill>
              <a:srgbClr val="E8B84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THE CLAIM</a:t>
            </a:r>
            <a:endParaRPr lang="en-US" sz="1600" dirty="0"/>
          </a:p>
        </p:txBody>
      </p:sp>
      <p:sp>
        <p:nvSpPr>
          <p:cNvPr id="3" name="Text 1"/>
          <p:cNvSpPr/>
          <p:nvPr/>
        </p:nvSpPr>
        <p:spPr>
          <a:xfrm>
            <a:off x="822960" y="1371600"/>
            <a:ext cx="10545775" cy="2377440"/>
          </a:xfrm>
          <a:prstGeom prst="rect">
            <a:avLst/>
          </a:prstGeom>
          <a:noFill/>
          <a:ln/>
        </p:spPr>
        <p:txBody>
          <a:bodyPr wrap="square" lIns="0" tIns="0" rIns="0" bIns="0" rtlCol="0" anchor="t"/>
          <a:lstStyle/>
          <a:p>
            <a:pPr algn="l" indent="0" marL="0">
              <a:lnSpc>
                <a:spcPts val="7200"/>
              </a:lnSpc>
              <a:buNone/>
            </a:pPr>
            <a:r>
              <a:rPr lang="en-US" sz="6700" b="1" spc="-150" kern="0" dirty="0">
                <a:solidFill>
                  <a:srgbClr val="FFFFFF"/>
                </a:solidFill>
                <a:latin typeface="Arial" pitchFamily="34" charset="0"/>
                <a:ea typeface="Arial" pitchFamily="34" charset="-122"/>
                <a:cs typeface="Arial" pitchFamily="34" charset="-120"/>
              </a:rPr>
              <a:t>I can predict your</a:t>
            </a:r>
            <a:endParaRPr lang="en-US" sz="6700" dirty="0"/>
          </a:p>
          <a:p>
            <a:pPr algn="l" indent="0" marL="0">
              <a:lnSpc>
                <a:spcPts val="7200"/>
              </a:lnSpc>
              <a:buNone/>
            </a:pPr>
            <a:r>
              <a:rPr lang="en-US" sz="6700" b="1" spc="-150" kern="0" dirty="0">
                <a:solidFill>
                  <a:srgbClr val="FFFFFF"/>
                </a:solidFill>
                <a:latin typeface="Arial" pitchFamily="34" charset="0"/>
                <a:ea typeface="Arial" pitchFamily="34" charset="-122"/>
                <a:cs typeface="Arial" pitchFamily="34" charset="-120"/>
              </a:rPr>
              <a:t>final answer.</a:t>
            </a:r>
            <a:endParaRPr lang="en-US" sz="6700" dirty="0"/>
          </a:p>
        </p:txBody>
      </p:sp>
      <p:sp>
        <p:nvSpPr>
          <p:cNvPr id="4" name="Text 2"/>
          <p:cNvSpPr/>
          <p:nvPr/>
        </p:nvSpPr>
        <p:spPr>
          <a:xfrm>
            <a:off x="822960" y="3886200"/>
            <a:ext cx="6583680" cy="640080"/>
          </a:xfrm>
          <a:prstGeom prst="rect">
            <a:avLst/>
          </a:prstGeom>
          <a:noFill/>
          <a:ln/>
        </p:spPr>
        <p:txBody>
          <a:bodyPr wrap="square" lIns="0" tIns="0" rIns="0" bIns="0" rtlCol="0" anchor="ctr"/>
          <a:lstStyle/>
          <a:p>
            <a:pPr algn="l" indent="0" marL="0">
              <a:buNone/>
            </a:pPr>
            <a:r>
              <a:rPr lang="en-US" sz="2800" dirty="0">
                <a:solidFill>
                  <a:srgbClr val="E8B84B"/>
                </a:solidFill>
                <a:latin typeface="Calibri" pitchFamily="34" charset="0"/>
                <a:ea typeface="Calibri" pitchFamily="34" charset="-122"/>
                <a:cs typeface="Calibri" pitchFamily="34" charset="-120"/>
              </a:rPr>
              <a:t>You choose the starting number.</a:t>
            </a:r>
            <a:endParaRPr lang="en-US" sz="2800" dirty="0"/>
          </a:p>
        </p:txBody>
      </p:sp>
      <p:sp>
        <p:nvSpPr>
          <p:cNvPr id="5" name="Shape 3"/>
          <p:cNvSpPr/>
          <p:nvPr/>
        </p:nvSpPr>
        <p:spPr>
          <a:xfrm>
            <a:off x="9052560" y="2331720"/>
            <a:ext cx="2194560" cy="2194560"/>
          </a:xfrm>
          <a:prstGeom prst="ellipse">
            <a:avLst/>
          </a:prstGeom>
          <a:solidFill>
            <a:srgbClr val="0B1B33">
              <a:alpha val="0"/>
            </a:srgbClr>
          </a:solidFill>
          <a:ln w="76200">
            <a:solidFill>
              <a:srgbClr val="E8B84B"/>
            </a:solidFill>
            <a:prstDash val="solid"/>
          </a:ln>
        </p:spPr>
      </p:sp>
      <p:sp>
        <p:nvSpPr>
          <p:cNvPr id="6" name="Text 4"/>
          <p:cNvSpPr/>
          <p:nvPr/>
        </p:nvSpPr>
        <p:spPr>
          <a:xfrm>
            <a:off x="9052560" y="2331720"/>
            <a:ext cx="2194560" cy="2194560"/>
          </a:xfrm>
          <a:prstGeom prst="rect">
            <a:avLst/>
          </a:prstGeom>
          <a:noFill/>
          <a:ln/>
        </p:spPr>
        <p:txBody>
          <a:bodyPr wrap="square" lIns="0" tIns="0" rIns="0" bIns="0" rtlCol="0" anchor="ctr"/>
          <a:lstStyle/>
          <a:p>
            <a:pPr algn="ctr" indent="0" marL="0">
              <a:buNone/>
            </a:pPr>
            <a:r>
              <a:rPr lang="en-US" sz="9000" b="1" dirty="0">
                <a:solidFill>
                  <a:srgbClr val="E8B84B"/>
                </a:solidFill>
                <a:latin typeface="Courier New" pitchFamily="34" charset="0"/>
                <a:ea typeface="Courier New" pitchFamily="34" charset="-122"/>
                <a:cs typeface="Courier New" pitchFamily="34" charset="-120"/>
              </a:rPr>
              <a:t>?</a:t>
            </a:r>
            <a:endParaRPr lang="en-US" sz="9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SET UP</a:t>
            </a:r>
            <a:endParaRPr lang="en-US" sz="1600" dirty="0"/>
          </a:p>
        </p:txBody>
      </p:sp>
      <p:sp>
        <p:nvSpPr>
          <p:cNvPr id="3" name="Text 1"/>
          <p:cNvSpPr/>
          <p:nvPr/>
        </p:nvSpPr>
        <p:spPr>
          <a:xfrm>
            <a:off x="822960" y="1280160"/>
            <a:ext cx="10545775" cy="2194560"/>
          </a:xfrm>
          <a:prstGeom prst="rect">
            <a:avLst/>
          </a:prstGeom>
          <a:noFill/>
          <a:ln/>
        </p:spPr>
        <p:txBody>
          <a:bodyPr wrap="square" lIns="0" tIns="0" rIns="0" bIns="0" rtlCol="0" anchor="t"/>
          <a:lstStyle/>
          <a:p>
            <a:pPr algn="l" indent="0" marL="0">
              <a:lnSpc>
                <a:spcPts val="7200"/>
              </a:lnSpc>
              <a:buNone/>
            </a:pPr>
            <a:r>
              <a:rPr lang="en-US" sz="6000" b="1" spc="-150" kern="0" dirty="0">
                <a:solidFill>
                  <a:srgbClr val="FFFFFF"/>
                </a:solidFill>
                <a:latin typeface="Arial" pitchFamily="34" charset="0"/>
                <a:ea typeface="Arial" pitchFamily="34" charset="-122"/>
                <a:cs typeface="Arial" pitchFamily="34" charset="-120"/>
              </a:rPr>
              <a:t>Choose any whole number</a:t>
            </a:r>
            <a:endParaRPr lang="en-US" sz="6000" dirty="0"/>
          </a:p>
          <a:p>
            <a:pPr algn="l" indent="0" marL="0">
              <a:lnSpc>
                <a:spcPts val="7200"/>
              </a:lnSpc>
              <a:buNone/>
            </a:pPr>
            <a:r>
              <a:rPr lang="en-US" sz="6000" b="1" spc="-150" kern="0" dirty="0">
                <a:solidFill>
                  <a:srgbClr val="FFFFFF"/>
                </a:solidFill>
                <a:latin typeface="Arial" pitchFamily="34" charset="0"/>
                <a:ea typeface="Arial" pitchFamily="34" charset="-122"/>
                <a:cs typeface="Arial" pitchFamily="34" charset="-120"/>
              </a:rPr>
              <a:t>from 1 through 9.</a:t>
            </a:r>
            <a:endParaRPr lang="en-US" sz="6000" dirty="0"/>
          </a:p>
        </p:txBody>
      </p:sp>
      <p:sp>
        <p:nvSpPr>
          <p:cNvPr id="4" name="Text 2"/>
          <p:cNvSpPr/>
          <p:nvPr/>
        </p:nvSpPr>
        <p:spPr>
          <a:xfrm>
            <a:off x="822960" y="3611880"/>
            <a:ext cx="7680960" cy="640080"/>
          </a:xfrm>
          <a:prstGeom prst="rect">
            <a:avLst/>
          </a:prstGeom>
          <a:noFill/>
          <a:ln/>
        </p:spPr>
        <p:txBody>
          <a:bodyPr wrap="square" lIns="0" tIns="0" rIns="0" bIns="0" rtlCol="0" anchor="ctr"/>
          <a:lstStyle/>
          <a:p>
            <a:pPr algn="l" indent="0" marL="0">
              <a:buNone/>
            </a:pPr>
            <a:r>
              <a:rPr lang="en-US" sz="3800" b="1" dirty="0">
                <a:solidFill>
                  <a:srgbClr val="E8B84B"/>
                </a:solidFill>
                <a:latin typeface="Arial" pitchFamily="34" charset="0"/>
                <a:ea typeface="Arial" pitchFamily="34" charset="-122"/>
                <a:cs typeface="Arial" pitchFamily="34" charset="-120"/>
              </a:rPr>
              <a:t>Write it down.   Circle it.   Keep it secret.</a:t>
            </a:r>
            <a:endParaRPr lang="en-US" sz="3800" dirty="0"/>
          </a:p>
        </p:txBody>
      </p:sp>
      <p:sp>
        <p:nvSpPr>
          <p:cNvPr id="5" name="Text 3"/>
          <p:cNvSpPr/>
          <p:nvPr/>
        </p:nvSpPr>
        <p:spPr>
          <a:xfrm>
            <a:off x="822960" y="4343400"/>
            <a:ext cx="7680960" cy="548640"/>
          </a:xfrm>
          <a:prstGeom prst="rect">
            <a:avLst/>
          </a:prstGeom>
          <a:noFill/>
          <a:ln/>
        </p:spPr>
        <p:txBody>
          <a:bodyPr wrap="square" lIns="0" tIns="0" rIns="0" bIns="0" rtlCol="0" anchor="ctr"/>
          <a:lstStyle/>
          <a:p>
            <a:pPr algn="l" indent="0" marL="0">
              <a:buNone/>
            </a:pPr>
            <a:r>
              <a:rPr lang="en-US" sz="2100" dirty="0">
                <a:solidFill>
                  <a:srgbClr val="7B8CA6"/>
                </a:solidFill>
                <a:latin typeface="Calibri" pitchFamily="34" charset="0"/>
                <a:ea typeface="Calibri" pitchFamily="34" charset="-122"/>
                <a:cs typeface="Calibri" pitchFamily="34" charset="-120"/>
              </a:rPr>
              <a:t>Every new result goes on its own line.</a:t>
            </a:r>
            <a:endParaRPr lang="en-US" sz="2100" dirty="0"/>
          </a:p>
        </p:txBody>
      </p:sp>
      <p:sp>
        <p:nvSpPr>
          <p:cNvPr id="6" name="Shape 4"/>
          <p:cNvSpPr/>
          <p:nvPr/>
        </p:nvSpPr>
        <p:spPr>
          <a:xfrm>
            <a:off x="9281160" y="2788920"/>
            <a:ext cx="1737360" cy="1737360"/>
          </a:xfrm>
          <a:prstGeom prst="ellipse">
            <a:avLst/>
          </a:prstGeom>
          <a:solidFill>
            <a:srgbClr val="0B1B33">
              <a:alpha val="0"/>
            </a:srgbClr>
          </a:solidFill>
          <a:ln w="76200">
            <a:solidFill>
              <a:srgbClr val="E8B84B"/>
            </a:solidFill>
            <a:prstDash val="solid"/>
          </a:ln>
        </p:spPr>
      </p:sp>
      <p:sp>
        <p:nvSpPr>
          <p:cNvPr id="7" name="Text 5"/>
          <p:cNvSpPr/>
          <p:nvPr/>
        </p:nvSpPr>
        <p:spPr>
          <a:xfrm>
            <a:off x="9281160" y="2788920"/>
            <a:ext cx="1737360" cy="1737360"/>
          </a:xfrm>
          <a:prstGeom prst="rect">
            <a:avLst/>
          </a:prstGeom>
          <a:noFill/>
          <a:ln/>
        </p:spPr>
        <p:txBody>
          <a:bodyPr wrap="square" lIns="0" tIns="0" rIns="0" bIns="0" rtlCol="0" anchor="ctr"/>
          <a:lstStyle/>
          <a:p>
            <a:pPr algn="ctr" indent="0" marL="0">
              <a:buNone/>
            </a:pPr>
            <a:r>
              <a:rPr lang="en-US" sz="4000" b="1" dirty="0">
                <a:solidFill>
                  <a:srgbClr val="E8B84B"/>
                </a:solidFill>
                <a:latin typeface="Courier New" pitchFamily="34" charset="0"/>
                <a:ea typeface="Courier New" pitchFamily="34" charset="-122"/>
                <a:cs typeface="Courier New" pitchFamily="34" charset="-120"/>
              </a:rPr>
              <a:t>1-9</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STEP 1 OF 6</a:t>
            </a:r>
            <a:endParaRPr lang="en-US" sz="1600" dirty="0"/>
          </a:p>
        </p:txBody>
      </p:sp>
      <p:sp>
        <p:nvSpPr>
          <p:cNvPr id="3" name="Text 1"/>
          <p:cNvSpPr/>
          <p:nvPr/>
        </p:nvSpPr>
        <p:spPr>
          <a:xfrm>
            <a:off x="6796735" y="566928"/>
            <a:ext cx="4572000" cy="310896"/>
          </a:xfrm>
          <a:prstGeom prst="rect">
            <a:avLst/>
          </a:prstGeom>
          <a:noFill/>
          <a:ln/>
        </p:spPr>
        <p:txBody>
          <a:bodyPr wrap="square" lIns="0" tIns="0" rIns="0" bIns="0" rtlCol="0" anchor="ctr"/>
          <a:lstStyle/>
          <a:p>
            <a:pPr algn="r" indent="0" marL="0">
              <a:buNone/>
            </a:pPr>
            <a:r>
              <a:rPr lang="en-US" sz="1600" b="1" spc="300" kern="0" dirty="0">
                <a:solidFill>
                  <a:srgbClr val="7B8CA6"/>
                </a:solidFill>
                <a:latin typeface="Courier New" pitchFamily="34" charset="0"/>
                <a:ea typeface="Courier New" pitchFamily="34" charset="-122"/>
                <a:cs typeface="Courier New" pitchFamily="34" charset="-120"/>
              </a:rPr>
              <a:t>SECRET NUMBER STILL CIRCLED</a:t>
            </a:r>
            <a:endParaRPr lang="en-US" sz="1600" dirty="0"/>
          </a:p>
        </p:txBody>
      </p:sp>
      <p:sp>
        <p:nvSpPr>
          <p:cNvPr id="4" name="Text 2"/>
          <p:cNvSpPr/>
          <p:nvPr/>
        </p:nvSpPr>
        <p:spPr>
          <a:xfrm>
            <a:off x="822960" y="1737360"/>
            <a:ext cx="10545775" cy="3291840"/>
          </a:xfrm>
          <a:prstGeom prst="rect">
            <a:avLst/>
          </a:prstGeom>
          <a:noFill/>
          <a:ln/>
        </p:spPr>
        <p:txBody>
          <a:bodyPr wrap="square" lIns="0" tIns="0" rIns="0" bIns="0" rtlCol="0" anchor="ctr"/>
          <a:lstStyle/>
          <a:p>
            <a:pPr algn="l" indent="0" marL="0">
              <a:lnSpc>
                <a:spcPts val="8600"/>
              </a:lnSpc>
              <a:buNone/>
            </a:pPr>
            <a:r>
              <a:rPr lang="en-US" sz="7800" b="1" spc="-200" kern="0" dirty="0">
                <a:solidFill>
                  <a:srgbClr val="FFFFFF"/>
                </a:solidFill>
                <a:latin typeface="Arial" pitchFamily="34" charset="0"/>
                <a:ea typeface="Arial" pitchFamily="34" charset="-122"/>
                <a:cs typeface="Arial" pitchFamily="34" charset="-120"/>
              </a:rPr>
              <a:t>Add 4</a:t>
            </a:r>
            <a:endParaRPr lang="en-US" sz="7800" dirty="0"/>
          </a:p>
        </p:txBody>
      </p:sp>
      <p:sp>
        <p:nvSpPr>
          <p:cNvPr id="5" name="Text 3"/>
          <p:cNvSpPr/>
          <p:nvPr/>
        </p:nvSpPr>
        <p:spPr>
          <a:xfrm>
            <a:off x="822960" y="5715000"/>
            <a:ext cx="10545775" cy="320040"/>
          </a:xfrm>
          <a:prstGeom prst="rect">
            <a:avLst/>
          </a:prstGeom>
          <a:noFill/>
          <a:ln/>
        </p:spPr>
        <p:txBody>
          <a:bodyPr wrap="square" lIns="0" tIns="0" rIns="0" bIns="0" rtlCol="0" anchor="ctr"/>
          <a:lstStyle/>
          <a:p>
            <a:pPr algn="l" indent="0" marL="0">
              <a:buNone/>
            </a:pPr>
            <a:r>
              <a:rPr lang="en-US" sz="1400" b="1" spc="300" kern="0" dirty="0">
                <a:solidFill>
                  <a:srgbClr val="7B8CA6"/>
                </a:solidFill>
                <a:latin typeface="Courier New" pitchFamily="34" charset="0"/>
                <a:ea typeface="Courier New" pitchFamily="34" charset="-122"/>
                <a:cs typeface="Courier New" pitchFamily="34" charset="-120"/>
              </a:rPr>
              <a:t>ONE RESULT PER LINE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STEP 2 OF 6</a:t>
            </a:r>
            <a:endParaRPr lang="en-US" sz="1600" dirty="0"/>
          </a:p>
        </p:txBody>
      </p:sp>
      <p:sp>
        <p:nvSpPr>
          <p:cNvPr id="3" name="Text 1"/>
          <p:cNvSpPr/>
          <p:nvPr/>
        </p:nvSpPr>
        <p:spPr>
          <a:xfrm>
            <a:off x="6796735" y="566928"/>
            <a:ext cx="4572000" cy="310896"/>
          </a:xfrm>
          <a:prstGeom prst="rect">
            <a:avLst/>
          </a:prstGeom>
          <a:noFill/>
          <a:ln/>
        </p:spPr>
        <p:txBody>
          <a:bodyPr wrap="square" lIns="0" tIns="0" rIns="0" bIns="0" rtlCol="0" anchor="ctr"/>
          <a:lstStyle/>
          <a:p>
            <a:pPr algn="r" indent="0" marL="0">
              <a:buNone/>
            </a:pPr>
            <a:r>
              <a:rPr lang="en-US" sz="1600" b="1" spc="300" kern="0" dirty="0">
                <a:solidFill>
                  <a:srgbClr val="7B8CA6"/>
                </a:solidFill>
                <a:latin typeface="Courier New" pitchFamily="34" charset="0"/>
                <a:ea typeface="Courier New" pitchFamily="34" charset="-122"/>
                <a:cs typeface="Courier New" pitchFamily="34" charset="-120"/>
              </a:rPr>
              <a:t>SECRET NUMBER STILL CIRCLED</a:t>
            </a:r>
            <a:endParaRPr lang="en-US" sz="1600" dirty="0"/>
          </a:p>
        </p:txBody>
      </p:sp>
      <p:sp>
        <p:nvSpPr>
          <p:cNvPr id="4" name="Text 2"/>
          <p:cNvSpPr/>
          <p:nvPr/>
        </p:nvSpPr>
        <p:spPr>
          <a:xfrm>
            <a:off x="822960" y="1737360"/>
            <a:ext cx="10545775" cy="3291840"/>
          </a:xfrm>
          <a:prstGeom prst="rect">
            <a:avLst/>
          </a:prstGeom>
          <a:noFill/>
          <a:ln/>
        </p:spPr>
        <p:txBody>
          <a:bodyPr wrap="square" lIns="0" tIns="0" rIns="0" bIns="0" rtlCol="0" anchor="ctr"/>
          <a:lstStyle/>
          <a:p>
            <a:pPr algn="l" indent="0" marL="0">
              <a:lnSpc>
                <a:spcPts val="8600"/>
              </a:lnSpc>
              <a:buNone/>
            </a:pPr>
            <a:r>
              <a:rPr lang="en-US" sz="7800" b="1" spc="-200" kern="0" dirty="0">
                <a:solidFill>
                  <a:srgbClr val="FFFFFF"/>
                </a:solidFill>
                <a:latin typeface="Arial" pitchFamily="34" charset="0"/>
                <a:ea typeface="Arial" pitchFamily="34" charset="-122"/>
                <a:cs typeface="Arial" pitchFamily="34" charset="-120"/>
              </a:rPr>
              <a:t>Multiply your</a:t>
            </a:r>
            <a:endParaRPr lang="en-US" sz="7800" dirty="0"/>
          </a:p>
          <a:p>
            <a:pPr algn="l" indent="0" marL="0">
              <a:lnSpc>
                <a:spcPts val="8600"/>
              </a:lnSpc>
              <a:buNone/>
            </a:pPr>
            <a:r>
              <a:rPr lang="en-US" sz="7800" b="1" spc="-200" kern="0" dirty="0">
                <a:solidFill>
                  <a:srgbClr val="FFFFFF"/>
                </a:solidFill>
                <a:latin typeface="Arial" pitchFamily="34" charset="0"/>
                <a:ea typeface="Arial" pitchFamily="34" charset="-122"/>
                <a:cs typeface="Arial" pitchFamily="34" charset="-120"/>
              </a:rPr>
              <a:t>result by 3</a:t>
            </a:r>
            <a:endParaRPr lang="en-US" sz="7800" dirty="0"/>
          </a:p>
        </p:txBody>
      </p:sp>
      <p:sp>
        <p:nvSpPr>
          <p:cNvPr id="5" name="Text 3"/>
          <p:cNvSpPr/>
          <p:nvPr/>
        </p:nvSpPr>
        <p:spPr>
          <a:xfrm>
            <a:off x="822960" y="5715000"/>
            <a:ext cx="10545775" cy="320040"/>
          </a:xfrm>
          <a:prstGeom prst="rect">
            <a:avLst/>
          </a:prstGeom>
          <a:noFill/>
          <a:ln/>
        </p:spPr>
        <p:txBody>
          <a:bodyPr wrap="square" lIns="0" tIns="0" rIns="0" bIns="0" rtlCol="0" anchor="ctr"/>
          <a:lstStyle/>
          <a:p>
            <a:pPr algn="l" indent="0" marL="0">
              <a:buNone/>
            </a:pPr>
            <a:r>
              <a:rPr lang="en-US" sz="1400" b="1" spc="300" kern="0" dirty="0">
                <a:solidFill>
                  <a:srgbClr val="7B8CA6"/>
                </a:solidFill>
                <a:latin typeface="Courier New" pitchFamily="34" charset="0"/>
                <a:ea typeface="Courier New" pitchFamily="34" charset="-122"/>
                <a:cs typeface="Courier New" pitchFamily="34" charset="-120"/>
              </a:rPr>
              <a:t>ONE RESULT PER LINE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STEP 3 OF 6</a:t>
            </a:r>
            <a:endParaRPr lang="en-US" sz="1600" dirty="0"/>
          </a:p>
        </p:txBody>
      </p:sp>
      <p:sp>
        <p:nvSpPr>
          <p:cNvPr id="3" name="Text 1"/>
          <p:cNvSpPr/>
          <p:nvPr/>
        </p:nvSpPr>
        <p:spPr>
          <a:xfrm>
            <a:off x="6796735" y="566928"/>
            <a:ext cx="4572000" cy="310896"/>
          </a:xfrm>
          <a:prstGeom prst="rect">
            <a:avLst/>
          </a:prstGeom>
          <a:noFill/>
          <a:ln/>
        </p:spPr>
        <p:txBody>
          <a:bodyPr wrap="square" lIns="0" tIns="0" rIns="0" bIns="0" rtlCol="0" anchor="ctr"/>
          <a:lstStyle/>
          <a:p>
            <a:pPr algn="r" indent="0" marL="0">
              <a:buNone/>
            </a:pPr>
            <a:r>
              <a:rPr lang="en-US" sz="1600" b="1" spc="300" kern="0" dirty="0">
                <a:solidFill>
                  <a:srgbClr val="7B8CA6"/>
                </a:solidFill>
                <a:latin typeface="Courier New" pitchFamily="34" charset="0"/>
                <a:ea typeface="Courier New" pitchFamily="34" charset="-122"/>
                <a:cs typeface="Courier New" pitchFamily="34" charset="-120"/>
              </a:rPr>
              <a:t>SECRET NUMBER STILL CIRCLED</a:t>
            </a:r>
            <a:endParaRPr lang="en-US" sz="1600" dirty="0"/>
          </a:p>
        </p:txBody>
      </p:sp>
      <p:sp>
        <p:nvSpPr>
          <p:cNvPr id="4" name="Text 2"/>
          <p:cNvSpPr/>
          <p:nvPr/>
        </p:nvSpPr>
        <p:spPr>
          <a:xfrm>
            <a:off x="822960" y="1737360"/>
            <a:ext cx="10545775" cy="3291840"/>
          </a:xfrm>
          <a:prstGeom prst="rect">
            <a:avLst/>
          </a:prstGeom>
          <a:noFill/>
          <a:ln/>
        </p:spPr>
        <p:txBody>
          <a:bodyPr wrap="square" lIns="0" tIns="0" rIns="0" bIns="0" rtlCol="0" anchor="ctr"/>
          <a:lstStyle/>
          <a:p>
            <a:pPr algn="l" indent="0" marL="0">
              <a:lnSpc>
                <a:spcPts val="8600"/>
              </a:lnSpc>
              <a:buNone/>
            </a:pPr>
            <a:r>
              <a:rPr lang="en-US" sz="7800" b="1" spc="-200" kern="0" dirty="0">
                <a:solidFill>
                  <a:srgbClr val="FFFFFF"/>
                </a:solidFill>
                <a:latin typeface="Arial" pitchFamily="34" charset="0"/>
                <a:ea typeface="Arial" pitchFamily="34" charset="-122"/>
                <a:cs typeface="Arial" pitchFamily="34" charset="-120"/>
              </a:rPr>
              <a:t>Add 15</a:t>
            </a:r>
            <a:endParaRPr lang="en-US" sz="7800" dirty="0"/>
          </a:p>
        </p:txBody>
      </p:sp>
      <p:sp>
        <p:nvSpPr>
          <p:cNvPr id="5" name="Text 3"/>
          <p:cNvSpPr/>
          <p:nvPr/>
        </p:nvSpPr>
        <p:spPr>
          <a:xfrm>
            <a:off x="822960" y="5715000"/>
            <a:ext cx="10545775" cy="320040"/>
          </a:xfrm>
          <a:prstGeom prst="rect">
            <a:avLst/>
          </a:prstGeom>
          <a:noFill/>
          <a:ln/>
        </p:spPr>
        <p:txBody>
          <a:bodyPr wrap="square" lIns="0" tIns="0" rIns="0" bIns="0" rtlCol="0" anchor="ctr"/>
          <a:lstStyle/>
          <a:p>
            <a:pPr algn="l" indent="0" marL="0">
              <a:buNone/>
            </a:pPr>
            <a:r>
              <a:rPr lang="en-US" sz="1400" b="1" spc="300" kern="0" dirty="0">
                <a:solidFill>
                  <a:srgbClr val="7B8CA6"/>
                </a:solidFill>
                <a:latin typeface="Courier New" pitchFamily="34" charset="0"/>
                <a:ea typeface="Courier New" pitchFamily="34" charset="-122"/>
                <a:cs typeface="Courier New" pitchFamily="34" charset="-120"/>
              </a:rPr>
              <a:t>ONE RESULT PER LINE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STEP 4 OF 6</a:t>
            </a:r>
            <a:endParaRPr lang="en-US" sz="1600" dirty="0"/>
          </a:p>
        </p:txBody>
      </p:sp>
      <p:sp>
        <p:nvSpPr>
          <p:cNvPr id="3" name="Text 1"/>
          <p:cNvSpPr/>
          <p:nvPr/>
        </p:nvSpPr>
        <p:spPr>
          <a:xfrm>
            <a:off x="6796735" y="566928"/>
            <a:ext cx="4572000" cy="310896"/>
          </a:xfrm>
          <a:prstGeom prst="rect">
            <a:avLst/>
          </a:prstGeom>
          <a:noFill/>
          <a:ln/>
        </p:spPr>
        <p:txBody>
          <a:bodyPr wrap="square" lIns="0" tIns="0" rIns="0" bIns="0" rtlCol="0" anchor="ctr"/>
          <a:lstStyle/>
          <a:p>
            <a:pPr algn="r" indent="0" marL="0">
              <a:buNone/>
            </a:pPr>
            <a:r>
              <a:rPr lang="en-US" sz="1600" b="1" spc="300" kern="0" dirty="0">
                <a:solidFill>
                  <a:srgbClr val="7B8CA6"/>
                </a:solidFill>
                <a:latin typeface="Courier New" pitchFamily="34" charset="0"/>
                <a:ea typeface="Courier New" pitchFamily="34" charset="-122"/>
                <a:cs typeface="Courier New" pitchFamily="34" charset="-120"/>
              </a:rPr>
              <a:t>SECRET NUMBER STILL CIRCLED</a:t>
            </a:r>
            <a:endParaRPr lang="en-US" sz="1600" dirty="0"/>
          </a:p>
        </p:txBody>
      </p:sp>
      <p:sp>
        <p:nvSpPr>
          <p:cNvPr id="4" name="Text 2"/>
          <p:cNvSpPr/>
          <p:nvPr/>
        </p:nvSpPr>
        <p:spPr>
          <a:xfrm>
            <a:off x="822960" y="1737360"/>
            <a:ext cx="10545775" cy="3291840"/>
          </a:xfrm>
          <a:prstGeom prst="rect">
            <a:avLst/>
          </a:prstGeom>
          <a:noFill/>
          <a:ln/>
        </p:spPr>
        <p:txBody>
          <a:bodyPr wrap="square" lIns="0" tIns="0" rIns="0" bIns="0" rtlCol="0" anchor="ctr"/>
          <a:lstStyle/>
          <a:p>
            <a:pPr algn="l" indent="0" marL="0">
              <a:lnSpc>
                <a:spcPts val="8600"/>
              </a:lnSpc>
              <a:buNone/>
            </a:pPr>
            <a:r>
              <a:rPr lang="en-US" sz="7800" b="1" spc="-200" kern="0" dirty="0">
                <a:solidFill>
                  <a:srgbClr val="FFFFFF"/>
                </a:solidFill>
                <a:latin typeface="Arial" pitchFamily="34" charset="0"/>
                <a:ea typeface="Arial" pitchFamily="34" charset="-122"/>
                <a:cs typeface="Arial" pitchFamily="34" charset="-120"/>
              </a:rPr>
              <a:t>Divide your</a:t>
            </a:r>
            <a:endParaRPr lang="en-US" sz="7800" dirty="0"/>
          </a:p>
          <a:p>
            <a:pPr algn="l" indent="0" marL="0">
              <a:lnSpc>
                <a:spcPts val="8600"/>
              </a:lnSpc>
              <a:buNone/>
            </a:pPr>
            <a:r>
              <a:rPr lang="en-US" sz="7800" b="1" spc="-200" kern="0" dirty="0">
                <a:solidFill>
                  <a:srgbClr val="FFFFFF"/>
                </a:solidFill>
                <a:latin typeface="Arial" pitchFamily="34" charset="0"/>
                <a:ea typeface="Arial" pitchFamily="34" charset="-122"/>
                <a:cs typeface="Arial" pitchFamily="34" charset="-120"/>
              </a:rPr>
              <a:t>result by 3</a:t>
            </a:r>
            <a:endParaRPr lang="en-US" sz="7800" dirty="0"/>
          </a:p>
        </p:txBody>
      </p:sp>
      <p:sp>
        <p:nvSpPr>
          <p:cNvPr id="5" name="Text 3"/>
          <p:cNvSpPr/>
          <p:nvPr/>
        </p:nvSpPr>
        <p:spPr>
          <a:xfrm>
            <a:off x="822960" y="5715000"/>
            <a:ext cx="10545775" cy="320040"/>
          </a:xfrm>
          <a:prstGeom prst="rect">
            <a:avLst/>
          </a:prstGeom>
          <a:noFill/>
          <a:ln/>
        </p:spPr>
        <p:txBody>
          <a:bodyPr wrap="square" lIns="0" tIns="0" rIns="0" bIns="0" rtlCol="0" anchor="ctr"/>
          <a:lstStyle/>
          <a:p>
            <a:pPr algn="l" indent="0" marL="0">
              <a:buNone/>
            </a:pPr>
            <a:r>
              <a:rPr lang="en-US" sz="1400" b="1" spc="300" kern="0" dirty="0">
                <a:solidFill>
                  <a:srgbClr val="7B8CA6"/>
                </a:solidFill>
                <a:latin typeface="Courier New" pitchFamily="34" charset="0"/>
                <a:ea typeface="Courier New" pitchFamily="34" charset="-122"/>
                <a:cs typeface="Courier New" pitchFamily="34" charset="-120"/>
              </a:rPr>
              <a:t>ONE RESULT PER LINE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STEP 5 OF 6</a:t>
            </a:r>
            <a:endParaRPr lang="en-US" sz="1600" dirty="0"/>
          </a:p>
        </p:txBody>
      </p:sp>
      <p:sp>
        <p:nvSpPr>
          <p:cNvPr id="3" name="Text 1"/>
          <p:cNvSpPr/>
          <p:nvPr/>
        </p:nvSpPr>
        <p:spPr>
          <a:xfrm>
            <a:off x="6796735" y="566928"/>
            <a:ext cx="4572000" cy="310896"/>
          </a:xfrm>
          <a:prstGeom prst="rect">
            <a:avLst/>
          </a:prstGeom>
          <a:noFill/>
          <a:ln/>
        </p:spPr>
        <p:txBody>
          <a:bodyPr wrap="square" lIns="0" tIns="0" rIns="0" bIns="0" rtlCol="0" anchor="ctr"/>
          <a:lstStyle/>
          <a:p>
            <a:pPr algn="r" indent="0" marL="0">
              <a:buNone/>
            </a:pPr>
            <a:r>
              <a:rPr lang="en-US" sz="1600" b="1" spc="300" kern="0" dirty="0">
                <a:solidFill>
                  <a:srgbClr val="7B8CA6"/>
                </a:solidFill>
                <a:latin typeface="Courier New" pitchFamily="34" charset="0"/>
                <a:ea typeface="Courier New" pitchFamily="34" charset="-122"/>
                <a:cs typeface="Courier New" pitchFamily="34" charset="-120"/>
              </a:rPr>
              <a:t>SECRET NUMBER STILL CIRCLED</a:t>
            </a:r>
            <a:endParaRPr lang="en-US" sz="1600" dirty="0"/>
          </a:p>
        </p:txBody>
      </p:sp>
      <p:sp>
        <p:nvSpPr>
          <p:cNvPr id="4" name="Text 2"/>
          <p:cNvSpPr/>
          <p:nvPr/>
        </p:nvSpPr>
        <p:spPr>
          <a:xfrm>
            <a:off x="822960" y="1737360"/>
            <a:ext cx="10545775" cy="3291840"/>
          </a:xfrm>
          <a:prstGeom prst="rect">
            <a:avLst/>
          </a:prstGeom>
          <a:noFill/>
          <a:ln/>
        </p:spPr>
        <p:txBody>
          <a:bodyPr wrap="square" lIns="0" tIns="0" rIns="0" bIns="0" rtlCol="0" anchor="ctr"/>
          <a:lstStyle/>
          <a:p>
            <a:pPr algn="l" indent="0" marL="0">
              <a:lnSpc>
                <a:spcPts val="8600"/>
              </a:lnSpc>
              <a:buNone/>
            </a:pPr>
            <a:r>
              <a:rPr lang="en-US" sz="7800" b="1" spc="-200" kern="0" dirty="0">
                <a:solidFill>
                  <a:srgbClr val="FFFFFF"/>
                </a:solidFill>
                <a:latin typeface="Arial" pitchFamily="34" charset="0"/>
                <a:ea typeface="Arial" pitchFamily="34" charset="-122"/>
                <a:cs typeface="Arial" pitchFamily="34" charset="-120"/>
              </a:rPr>
              <a:t>Subtract your
</a:t>
            </a:r>
            <a:pPr algn="l" indent="0" marL="0">
              <a:lnSpc>
                <a:spcPts val="8600"/>
              </a:lnSpc>
              <a:buNone/>
            </a:pPr>
            <a:r>
              <a:rPr lang="en-US" sz="7800" b="1" spc="-200" kern="0" dirty="0">
                <a:solidFill>
                  <a:srgbClr val="E8B84B"/>
                </a:solidFill>
                <a:latin typeface="Arial" pitchFamily="34" charset="0"/>
                <a:ea typeface="Arial" pitchFamily="34" charset="-122"/>
                <a:cs typeface="Arial" pitchFamily="34" charset="-120"/>
              </a:rPr>
              <a:t>original circled number</a:t>
            </a:r>
            <a:endParaRPr lang="en-US" sz="7800" dirty="0"/>
          </a:p>
        </p:txBody>
      </p:sp>
      <p:sp>
        <p:nvSpPr>
          <p:cNvPr id="5" name="Text 3"/>
          <p:cNvSpPr/>
          <p:nvPr/>
        </p:nvSpPr>
        <p:spPr>
          <a:xfrm>
            <a:off x="822960" y="5715000"/>
            <a:ext cx="10545775" cy="320040"/>
          </a:xfrm>
          <a:prstGeom prst="rect">
            <a:avLst/>
          </a:prstGeom>
          <a:noFill/>
          <a:ln/>
        </p:spPr>
        <p:txBody>
          <a:bodyPr wrap="square" lIns="0" tIns="0" rIns="0" bIns="0" rtlCol="0" anchor="ctr"/>
          <a:lstStyle/>
          <a:p>
            <a:pPr algn="l" indent="0" marL="0">
              <a:buNone/>
            </a:pPr>
            <a:r>
              <a:rPr lang="en-US" sz="1400" b="1" spc="300" kern="0" dirty="0">
                <a:solidFill>
                  <a:srgbClr val="7B8CA6"/>
                </a:solidFill>
                <a:latin typeface="Courier New" pitchFamily="34" charset="0"/>
                <a:ea typeface="Courier New" pitchFamily="34" charset="-122"/>
                <a:cs typeface="Courier New" pitchFamily="34" charset="-120"/>
              </a:rPr>
              <a:t>ONE RESULT PER LINE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STEP 6 OF 6</a:t>
            </a:r>
            <a:endParaRPr lang="en-US" sz="1600" dirty="0"/>
          </a:p>
        </p:txBody>
      </p:sp>
      <p:sp>
        <p:nvSpPr>
          <p:cNvPr id="3" name="Text 1"/>
          <p:cNvSpPr/>
          <p:nvPr/>
        </p:nvSpPr>
        <p:spPr>
          <a:xfrm>
            <a:off x="6796735" y="566928"/>
            <a:ext cx="4572000" cy="310896"/>
          </a:xfrm>
          <a:prstGeom prst="rect">
            <a:avLst/>
          </a:prstGeom>
          <a:noFill/>
          <a:ln/>
        </p:spPr>
        <p:txBody>
          <a:bodyPr wrap="square" lIns="0" tIns="0" rIns="0" bIns="0" rtlCol="0" anchor="ctr"/>
          <a:lstStyle/>
          <a:p>
            <a:pPr algn="r" indent="0" marL="0">
              <a:buNone/>
            </a:pPr>
            <a:r>
              <a:rPr lang="en-US" sz="1600" b="1" spc="300" kern="0" dirty="0">
                <a:solidFill>
                  <a:srgbClr val="7B8CA6"/>
                </a:solidFill>
                <a:latin typeface="Courier New" pitchFamily="34" charset="0"/>
                <a:ea typeface="Courier New" pitchFamily="34" charset="-122"/>
                <a:cs typeface="Courier New" pitchFamily="34" charset="-120"/>
              </a:rPr>
              <a:t>SECRET NUMBER STILL CIRCLED</a:t>
            </a:r>
            <a:endParaRPr lang="en-US" sz="1600" dirty="0"/>
          </a:p>
        </p:txBody>
      </p:sp>
      <p:sp>
        <p:nvSpPr>
          <p:cNvPr id="4" name="Text 2"/>
          <p:cNvSpPr/>
          <p:nvPr/>
        </p:nvSpPr>
        <p:spPr>
          <a:xfrm>
            <a:off x="822960" y="1737360"/>
            <a:ext cx="10545775" cy="3291840"/>
          </a:xfrm>
          <a:prstGeom prst="rect">
            <a:avLst/>
          </a:prstGeom>
          <a:noFill/>
          <a:ln/>
        </p:spPr>
        <p:txBody>
          <a:bodyPr wrap="square" lIns="0" tIns="0" rIns="0" bIns="0" rtlCol="0" anchor="ctr"/>
          <a:lstStyle/>
          <a:p>
            <a:pPr algn="l" indent="0" marL="0">
              <a:lnSpc>
                <a:spcPts val="8600"/>
              </a:lnSpc>
              <a:buNone/>
            </a:pPr>
            <a:r>
              <a:rPr lang="en-US" sz="7800" b="1" spc="-200" kern="0" dirty="0">
                <a:solidFill>
                  <a:srgbClr val="FFFFFF"/>
                </a:solidFill>
                <a:latin typeface="Arial" pitchFamily="34" charset="0"/>
                <a:ea typeface="Arial" pitchFamily="34" charset="-122"/>
                <a:cs typeface="Arial" pitchFamily="34" charset="-120"/>
              </a:rPr>
              <a:t>Divide by 3</a:t>
            </a:r>
            <a:endParaRPr lang="en-US" sz="7800" dirty="0"/>
          </a:p>
        </p:txBody>
      </p:sp>
      <p:sp>
        <p:nvSpPr>
          <p:cNvPr id="5" name="Text 3"/>
          <p:cNvSpPr/>
          <p:nvPr/>
        </p:nvSpPr>
        <p:spPr>
          <a:xfrm>
            <a:off x="822960" y="5715000"/>
            <a:ext cx="10545775" cy="320040"/>
          </a:xfrm>
          <a:prstGeom prst="rect">
            <a:avLst/>
          </a:prstGeom>
          <a:noFill/>
          <a:ln/>
        </p:spPr>
        <p:txBody>
          <a:bodyPr wrap="square" lIns="0" tIns="0" rIns="0" bIns="0" rtlCol="0" anchor="ctr"/>
          <a:lstStyle/>
          <a:p>
            <a:pPr algn="l" indent="0" marL="0">
              <a:buNone/>
            </a:pPr>
            <a:r>
              <a:rPr lang="en-US" sz="1400" b="1" spc="300" kern="0" dirty="0">
                <a:solidFill>
                  <a:srgbClr val="7B8CA6"/>
                </a:solidFill>
                <a:latin typeface="Courier New" pitchFamily="34" charset="0"/>
                <a:ea typeface="Courier New" pitchFamily="34" charset="-122"/>
                <a:cs typeface="Courier New" pitchFamily="34" charset="-120"/>
              </a:rPr>
              <a:t>ONE RESULT PER LINE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HOLD</a:t>
            </a:r>
            <a:endParaRPr lang="en-US" sz="1600" dirty="0"/>
          </a:p>
        </p:txBody>
      </p:sp>
      <p:sp>
        <p:nvSpPr>
          <p:cNvPr id="3" name="Text 1"/>
          <p:cNvSpPr/>
          <p:nvPr/>
        </p:nvSpPr>
        <p:spPr>
          <a:xfrm>
            <a:off x="822960" y="1463040"/>
            <a:ext cx="10545775" cy="1280160"/>
          </a:xfrm>
          <a:prstGeom prst="rect">
            <a:avLst/>
          </a:prstGeom>
          <a:noFill/>
          <a:ln/>
        </p:spPr>
        <p:txBody>
          <a:bodyPr wrap="square" lIns="0" tIns="0" rIns="0" bIns="0" rtlCol="0" anchor="t"/>
          <a:lstStyle/>
          <a:p>
            <a:pPr algn="l" indent="0" marL="0">
              <a:lnSpc>
                <a:spcPts val="7200"/>
              </a:lnSpc>
              <a:buNone/>
            </a:pPr>
            <a:r>
              <a:rPr lang="en-US" sz="6700" b="1" spc="-150" kern="0" dirty="0">
                <a:solidFill>
                  <a:srgbClr val="FFFFFF"/>
                </a:solidFill>
                <a:latin typeface="Arial" pitchFamily="34" charset="0"/>
                <a:ea typeface="Arial" pitchFamily="34" charset="-122"/>
                <a:cs typeface="Arial" pitchFamily="34" charset="-120"/>
              </a:rPr>
              <a:t>Cover your answer.</a:t>
            </a:r>
            <a:endParaRPr lang="en-US" sz="6700" dirty="0"/>
          </a:p>
        </p:txBody>
      </p:sp>
      <p:sp>
        <p:nvSpPr>
          <p:cNvPr id="4" name="Text 2"/>
          <p:cNvSpPr/>
          <p:nvPr/>
        </p:nvSpPr>
        <p:spPr>
          <a:xfrm>
            <a:off x="822960" y="2834640"/>
            <a:ext cx="6949440" cy="731520"/>
          </a:xfrm>
          <a:prstGeom prst="rect">
            <a:avLst/>
          </a:prstGeom>
          <a:noFill/>
          <a:ln/>
        </p:spPr>
        <p:txBody>
          <a:bodyPr wrap="square" lIns="0" tIns="0" rIns="0" bIns="0" rtlCol="0" anchor="ctr"/>
          <a:lstStyle/>
          <a:p>
            <a:pPr algn="l" indent="0" marL="0">
              <a:buNone/>
            </a:pPr>
            <a:r>
              <a:rPr lang="en-US" sz="3800" b="1" dirty="0">
                <a:solidFill>
                  <a:srgbClr val="E8B84B"/>
                </a:solidFill>
                <a:latin typeface="Arial" pitchFamily="34" charset="0"/>
                <a:ea typeface="Arial" pitchFamily="34" charset="-122"/>
                <a:cs typeface="Arial" pitchFamily="34" charset="-120"/>
              </a:rPr>
              <a:t>Do not say it out loud.</a:t>
            </a:r>
            <a:endParaRPr lang="en-US" sz="3800" dirty="0"/>
          </a:p>
        </p:txBody>
      </p:sp>
      <p:sp>
        <p:nvSpPr>
          <p:cNvPr id="5" name="Text 3"/>
          <p:cNvSpPr/>
          <p:nvPr/>
        </p:nvSpPr>
        <p:spPr>
          <a:xfrm>
            <a:off x="822960" y="3657600"/>
            <a:ext cx="6949440" cy="548640"/>
          </a:xfrm>
          <a:prstGeom prst="rect">
            <a:avLst/>
          </a:prstGeom>
          <a:noFill/>
          <a:ln/>
        </p:spPr>
        <p:txBody>
          <a:bodyPr wrap="square" lIns="0" tIns="0" rIns="0" bIns="0" rtlCol="0" anchor="ctr"/>
          <a:lstStyle/>
          <a:p>
            <a:pPr algn="l" indent="0" marL="0">
              <a:buNone/>
            </a:pPr>
            <a:r>
              <a:rPr lang="en-US" sz="2100" dirty="0">
                <a:solidFill>
                  <a:srgbClr val="7B8CA6"/>
                </a:solidFill>
                <a:latin typeface="Calibri" pitchFamily="34" charset="0"/>
                <a:ea typeface="Calibri" pitchFamily="34" charset="-122"/>
                <a:cs typeface="Calibri" pitchFamily="34" charset="-120"/>
              </a:rPr>
              <a:t>Still calculating is fine. We wait.</a:t>
            </a:r>
            <a:endParaRPr lang="en-US" sz="2100" dirty="0"/>
          </a:p>
        </p:txBody>
      </p:sp>
      <p:sp>
        <p:nvSpPr>
          <p:cNvPr id="6" name="Shape 4"/>
          <p:cNvSpPr/>
          <p:nvPr/>
        </p:nvSpPr>
        <p:spPr>
          <a:xfrm>
            <a:off x="8549640" y="1737360"/>
            <a:ext cx="2651760" cy="3383280"/>
          </a:xfrm>
          <a:prstGeom prst="rect">
            <a:avLst/>
          </a:prstGeom>
          <a:solidFill>
            <a:srgbClr val="0B1B33">
              <a:alpha val="0"/>
            </a:srgbClr>
          </a:solidFill>
          <a:ln w="38100">
            <a:solidFill>
              <a:srgbClr val="7B8CA6"/>
            </a:solidFill>
            <a:prstDash val="solid"/>
          </a:ln>
        </p:spPr>
      </p:sp>
      <p:sp>
        <p:nvSpPr>
          <p:cNvPr id="7" name="Shape 5"/>
          <p:cNvSpPr/>
          <p:nvPr/>
        </p:nvSpPr>
        <p:spPr>
          <a:xfrm>
            <a:off x="8915400" y="2148840"/>
            <a:ext cx="1920240" cy="0"/>
          </a:xfrm>
          <a:prstGeom prst="line">
            <a:avLst/>
          </a:prstGeom>
          <a:noFill/>
          <a:ln w="25400">
            <a:solidFill>
              <a:srgbClr val="7B8CA6"/>
            </a:solidFill>
            <a:prstDash val="solid"/>
          </a:ln>
        </p:spPr>
      </p:sp>
      <p:sp>
        <p:nvSpPr>
          <p:cNvPr id="8" name="Shape 6"/>
          <p:cNvSpPr/>
          <p:nvPr/>
        </p:nvSpPr>
        <p:spPr>
          <a:xfrm>
            <a:off x="8915400" y="2651760"/>
            <a:ext cx="1920240" cy="0"/>
          </a:xfrm>
          <a:prstGeom prst="line">
            <a:avLst/>
          </a:prstGeom>
          <a:noFill/>
          <a:ln w="25400">
            <a:solidFill>
              <a:srgbClr val="7B8CA6"/>
            </a:solidFill>
            <a:prstDash val="solid"/>
          </a:ln>
        </p:spPr>
      </p:sp>
      <p:sp>
        <p:nvSpPr>
          <p:cNvPr id="9" name="Shape 7"/>
          <p:cNvSpPr/>
          <p:nvPr/>
        </p:nvSpPr>
        <p:spPr>
          <a:xfrm>
            <a:off x="8915400" y="3154680"/>
            <a:ext cx="1920240" cy="0"/>
          </a:xfrm>
          <a:prstGeom prst="line">
            <a:avLst/>
          </a:prstGeom>
          <a:noFill/>
          <a:ln w="25400">
            <a:solidFill>
              <a:srgbClr val="7B8CA6"/>
            </a:solidFill>
            <a:prstDash val="solid"/>
          </a:ln>
        </p:spPr>
      </p:sp>
      <p:sp>
        <p:nvSpPr>
          <p:cNvPr id="10" name="Shape 8"/>
          <p:cNvSpPr/>
          <p:nvPr/>
        </p:nvSpPr>
        <p:spPr>
          <a:xfrm>
            <a:off x="8229600" y="3703320"/>
            <a:ext cx="3291840" cy="1234440"/>
          </a:xfrm>
          <a:prstGeom prst="roundRect">
            <a:avLst>
              <a:gd name="adj" fmla="val 22222"/>
            </a:avLst>
          </a:prstGeom>
          <a:solidFill>
            <a:srgbClr val="E8B84B"/>
          </a:solidFill>
          <a:ln w="12700">
            <a:solidFill>
              <a:srgbClr val="E8B84B"/>
            </a:solidFill>
            <a:prstDash val="solid"/>
          </a:ln>
        </p:spPr>
      </p:sp>
      <p:sp>
        <p:nvSpPr>
          <p:cNvPr id="11" name="Text 9"/>
          <p:cNvSpPr/>
          <p:nvPr/>
        </p:nvSpPr>
        <p:spPr>
          <a:xfrm>
            <a:off x="8229600" y="3703320"/>
            <a:ext cx="3291840" cy="1234440"/>
          </a:xfrm>
          <a:prstGeom prst="rect">
            <a:avLst/>
          </a:prstGeom>
          <a:noFill/>
          <a:ln/>
        </p:spPr>
        <p:txBody>
          <a:bodyPr wrap="square" lIns="0" tIns="0" rIns="0" bIns="0" rtlCol="0" anchor="ctr"/>
          <a:lstStyle/>
          <a:p>
            <a:pPr algn="ctr" indent="0" marL="0">
              <a:buNone/>
            </a:pPr>
            <a:r>
              <a:rPr lang="en-US" sz="2200" b="1" spc="300" kern="0" dirty="0">
                <a:solidFill>
                  <a:srgbClr val="0B1B33"/>
                </a:solidFill>
                <a:latin typeface="Arial" pitchFamily="34" charset="0"/>
                <a:ea typeface="Arial" pitchFamily="34" charset="-122"/>
                <a:cs typeface="Arial" pitchFamily="34" charset="-120"/>
              </a:rPr>
              <a:t>COVERED</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2377440"/>
            <a:ext cx="10545775" cy="2103120"/>
          </a:xfrm>
          <a:prstGeom prst="rect">
            <a:avLst/>
          </a:prstGeom>
          <a:noFill/>
          <a:ln/>
        </p:spPr>
        <p:txBody>
          <a:bodyPr wrap="square" lIns="0" tIns="0" rIns="0" bIns="0" rtlCol="0" anchor="ctr"/>
          <a:lstStyle/>
          <a:p>
            <a:pPr algn="ctr" indent="0" marL="0">
              <a:buNone/>
            </a:pPr>
            <a:r>
              <a:rPr lang="en-US" sz="8200" b="1" spc="-200" kern="0" dirty="0">
                <a:solidFill>
                  <a:srgbClr val="FFFFFF"/>
                </a:solidFill>
                <a:latin typeface="Arial" pitchFamily="34" charset="0"/>
                <a:ea typeface="Arial" pitchFamily="34" charset="-122"/>
                <a:cs typeface="Arial" pitchFamily="34" charset="-120"/>
              </a:rPr>
              <a:t>Your final answer is…</a:t>
            </a:r>
            <a:endParaRPr lang="en-US" sz="8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B84B"/>
        </a:solidFill>
      </p:bgPr>
    </p:bg>
    <p:spTree>
      <p:nvGrpSpPr>
        <p:cNvPr id="1" name=""/>
        <p:cNvGrpSpPr/>
        <p:nvPr/>
      </p:nvGrpSpPr>
      <p:grpSpPr>
        <a:xfrm>
          <a:off x="0" y="0"/>
          <a:ext cx="0" cy="0"/>
          <a:chOff x="0" y="0"/>
          <a:chExt cx="0" cy="0"/>
        </a:xfrm>
      </p:grpSpPr>
      <p:sp>
        <p:nvSpPr>
          <p:cNvPr id="2" name="Text 0"/>
          <p:cNvSpPr/>
          <p:nvPr/>
        </p:nvSpPr>
        <p:spPr>
          <a:xfrm>
            <a:off x="0" y="91440"/>
            <a:ext cx="12191695" cy="6583680"/>
          </a:xfrm>
          <a:prstGeom prst="rect">
            <a:avLst/>
          </a:prstGeom>
          <a:noFill/>
          <a:ln/>
        </p:spPr>
        <p:txBody>
          <a:bodyPr wrap="square" lIns="0" tIns="0" rIns="0" bIns="0" rtlCol="0" anchor="ctr"/>
          <a:lstStyle/>
          <a:p>
            <a:pPr algn="ctr" indent="0" marL="0">
              <a:buNone/>
            </a:pPr>
            <a:r>
              <a:rPr lang="en-US" sz="40000" b="1" spc="-1000" kern="0" dirty="0">
                <a:solidFill>
                  <a:srgbClr val="0B1B33"/>
                </a:solidFill>
                <a:latin typeface="Arial" pitchFamily="34" charset="0"/>
                <a:ea typeface="Arial" pitchFamily="34" charset="-122"/>
                <a:cs typeface="Arial" pitchFamily="34" charset="-120"/>
              </a:rPr>
              <a:t>3</a:t>
            </a:r>
            <a:endParaRPr lang="en-US" sz="40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IF YOURS SAYS SOMETHING ELSE</a:t>
            </a:r>
            <a:endParaRPr lang="en-US" sz="1600" dirty="0"/>
          </a:p>
        </p:txBody>
      </p:sp>
      <p:sp>
        <p:nvSpPr>
          <p:cNvPr id="3" name="Text 1"/>
          <p:cNvSpPr/>
          <p:nvPr/>
        </p:nvSpPr>
        <p:spPr>
          <a:xfrm>
            <a:off x="822960" y="1188720"/>
            <a:ext cx="10545775" cy="2194560"/>
          </a:xfrm>
          <a:prstGeom prst="rect">
            <a:avLst/>
          </a:prstGeom>
          <a:noFill/>
          <a:ln/>
        </p:spPr>
        <p:txBody>
          <a:bodyPr wrap="square" lIns="0" tIns="0" rIns="0" bIns="0" rtlCol="0" anchor="t"/>
          <a:lstStyle/>
          <a:p>
            <a:pPr algn="l" indent="0" marL="0">
              <a:lnSpc>
                <a:spcPts val="7200"/>
              </a:lnSpc>
              <a:buNone/>
            </a:pPr>
            <a:r>
              <a:rPr lang="en-US" sz="6000" b="1" spc="-150" kern="0" dirty="0">
                <a:solidFill>
                  <a:srgbClr val="FFFFFF"/>
                </a:solidFill>
                <a:latin typeface="Arial" pitchFamily="34" charset="0"/>
                <a:ea typeface="Arial" pitchFamily="34" charset="-122"/>
                <a:cs typeface="Arial" pitchFamily="34" charset="-120"/>
              </a:rPr>
              <a:t>Did you get something</a:t>
            </a:r>
            <a:endParaRPr lang="en-US" sz="6000" dirty="0"/>
          </a:p>
          <a:p>
            <a:pPr algn="l" indent="0" marL="0">
              <a:lnSpc>
                <a:spcPts val="7200"/>
              </a:lnSpc>
              <a:buNone/>
            </a:pPr>
            <a:r>
              <a:rPr lang="en-US" sz="6000" b="1" spc="-150" kern="0" dirty="0">
                <a:solidFill>
                  <a:srgbClr val="FFFFFF"/>
                </a:solidFill>
                <a:latin typeface="Arial" pitchFamily="34" charset="0"/>
                <a:ea typeface="Arial" pitchFamily="34" charset="-122"/>
                <a:cs typeface="Arial" pitchFamily="34" charset="-120"/>
              </a:rPr>
              <a:t>other than 3?</a:t>
            </a:r>
            <a:endParaRPr lang="en-US" sz="6000" dirty="0"/>
          </a:p>
        </p:txBody>
      </p:sp>
      <p:sp>
        <p:nvSpPr>
          <p:cNvPr id="4" name="Text 2"/>
          <p:cNvSpPr/>
          <p:nvPr/>
        </p:nvSpPr>
        <p:spPr>
          <a:xfrm>
            <a:off x="822960" y="3520440"/>
            <a:ext cx="6766560" cy="777240"/>
          </a:xfrm>
          <a:prstGeom prst="rect">
            <a:avLst/>
          </a:prstGeom>
          <a:noFill/>
          <a:ln/>
        </p:spPr>
        <p:txBody>
          <a:bodyPr wrap="square" lIns="0" tIns="0" rIns="0" bIns="0" rtlCol="0" anchor="ctr"/>
          <a:lstStyle/>
          <a:p>
            <a:pPr algn="l" indent="0" marL="0">
              <a:buNone/>
            </a:pPr>
            <a:r>
              <a:rPr lang="en-US" sz="5000" b="1" dirty="0">
                <a:solidFill>
                  <a:srgbClr val="E8B84B"/>
                </a:solidFill>
                <a:latin typeface="Arial" pitchFamily="34" charset="0"/>
                <a:ea typeface="Arial" pitchFamily="34" charset="-122"/>
                <a:cs typeface="Arial" pitchFamily="34" charset="-120"/>
              </a:rPr>
              <a:t>Do not erase it.</a:t>
            </a:r>
            <a:endParaRPr lang="en-US" sz="5000" dirty="0"/>
          </a:p>
        </p:txBody>
      </p:sp>
      <p:sp>
        <p:nvSpPr>
          <p:cNvPr id="5" name="Text 3"/>
          <p:cNvSpPr/>
          <p:nvPr/>
        </p:nvSpPr>
        <p:spPr>
          <a:xfrm>
            <a:off x="822960" y="4389120"/>
            <a:ext cx="6766560" cy="548640"/>
          </a:xfrm>
          <a:prstGeom prst="rect">
            <a:avLst/>
          </a:prstGeom>
          <a:noFill/>
          <a:ln/>
        </p:spPr>
        <p:txBody>
          <a:bodyPr wrap="square" lIns="0" tIns="0" rIns="0" bIns="0" rtlCol="0" anchor="ctr"/>
          <a:lstStyle/>
          <a:p>
            <a:pPr algn="l" indent="0" marL="0">
              <a:buNone/>
            </a:pPr>
            <a:r>
              <a:rPr lang="en-US" sz="2100" dirty="0">
                <a:solidFill>
                  <a:srgbClr val="7B8CA6"/>
                </a:solidFill>
                <a:latin typeface="Calibri" pitchFamily="34" charset="0"/>
                <a:ea typeface="Calibri" pitchFamily="34" charset="-122"/>
                <a:cs typeface="Calibri" pitchFamily="34" charset="-120"/>
              </a:rPr>
              <a:t>That paper is evidence. We can trace it.</a:t>
            </a:r>
            <a:endParaRPr lang="en-US" sz="2100" dirty="0"/>
          </a:p>
        </p:txBody>
      </p:sp>
      <p:sp>
        <p:nvSpPr>
          <p:cNvPr id="6" name="Text 4"/>
          <p:cNvSpPr/>
          <p:nvPr/>
        </p:nvSpPr>
        <p:spPr>
          <a:xfrm>
            <a:off x="8686800" y="2468880"/>
            <a:ext cx="1371600" cy="914400"/>
          </a:xfrm>
          <a:prstGeom prst="rect">
            <a:avLst/>
          </a:prstGeom>
          <a:noFill/>
          <a:ln/>
        </p:spPr>
        <p:txBody>
          <a:bodyPr wrap="square" lIns="0" tIns="0" rIns="0" bIns="0" rtlCol="0" anchor="ctr"/>
          <a:lstStyle/>
          <a:p>
            <a:pPr algn="ctr" indent="0" marL="0">
              <a:buNone/>
            </a:pPr>
            <a:r>
              <a:rPr lang="en-US" sz="6000" b="1" dirty="0">
                <a:solidFill>
                  <a:srgbClr val="7B8CA6"/>
                </a:solidFill>
                <a:latin typeface="Courier New" pitchFamily="34" charset="0"/>
                <a:ea typeface="Courier New" pitchFamily="34" charset="-122"/>
                <a:cs typeface="Courier New" pitchFamily="34" charset="-120"/>
              </a:rPr>
              <a:t>48</a:t>
            </a:r>
            <a:endParaRPr lang="en-US" sz="6000" dirty="0"/>
          </a:p>
        </p:txBody>
      </p:sp>
      <p:sp>
        <p:nvSpPr>
          <p:cNvPr id="7" name="Shape 5"/>
          <p:cNvSpPr/>
          <p:nvPr/>
        </p:nvSpPr>
        <p:spPr>
          <a:xfrm>
            <a:off x="8778240" y="2926080"/>
            <a:ext cx="1188720" cy="0"/>
          </a:xfrm>
          <a:prstGeom prst="line">
            <a:avLst/>
          </a:prstGeom>
          <a:noFill/>
          <a:ln w="50800">
            <a:solidFill>
              <a:srgbClr val="FF5C39"/>
            </a:solidFill>
            <a:prstDash val="solid"/>
          </a:ln>
        </p:spPr>
      </p:sp>
      <p:sp>
        <p:nvSpPr>
          <p:cNvPr id="8" name="Text 6"/>
          <p:cNvSpPr/>
          <p:nvPr/>
        </p:nvSpPr>
        <p:spPr>
          <a:xfrm>
            <a:off x="10058400" y="2468880"/>
            <a:ext cx="1371600" cy="914400"/>
          </a:xfrm>
          <a:prstGeom prst="rect">
            <a:avLst/>
          </a:prstGeom>
          <a:noFill/>
          <a:ln/>
        </p:spPr>
        <p:txBody>
          <a:bodyPr wrap="square" lIns="0" tIns="0" rIns="0" bIns="0" rtlCol="0" anchor="ctr"/>
          <a:lstStyle/>
          <a:p>
            <a:pPr algn="ctr" indent="0" marL="0">
              <a:buNone/>
            </a:pPr>
            <a:r>
              <a:rPr lang="en-US" sz="6000" b="1" dirty="0">
                <a:solidFill>
                  <a:srgbClr val="E8B84B"/>
                </a:solidFill>
                <a:latin typeface="Courier New" pitchFamily="34" charset="0"/>
                <a:ea typeface="Courier New" pitchFamily="34" charset="-122"/>
                <a:cs typeface="Courier New" pitchFamily="34" charset="-120"/>
              </a:rPr>
              <a:t>46</a:t>
            </a:r>
            <a:endParaRPr lang="en-US" sz="6000" dirty="0"/>
          </a:p>
        </p:txBody>
      </p:sp>
      <p:sp>
        <p:nvSpPr>
          <p:cNvPr id="9" name="Text 7"/>
          <p:cNvSpPr/>
          <p:nvPr/>
        </p:nvSpPr>
        <p:spPr>
          <a:xfrm>
            <a:off x="8229600" y="3520440"/>
            <a:ext cx="3291840" cy="457200"/>
          </a:xfrm>
          <a:prstGeom prst="rect">
            <a:avLst/>
          </a:prstGeom>
          <a:noFill/>
          <a:ln/>
        </p:spPr>
        <p:txBody>
          <a:bodyPr wrap="square" lIns="0" tIns="0" rIns="0" bIns="0" rtlCol="0" anchor="ctr"/>
          <a:lstStyle/>
          <a:p>
            <a:pPr algn="ctr" indent="0" marL="0">
              <a:buNone/>
            </a:pPr>
            <a:r>
              <a:rPr lang="en-US" sz="1500" dirty="0">
                <a:solidFill>
                  <a:srgbClr val="7B8CA6"/>
                </a:solidFill>
                <a:latin typeface="Calibri" pitchFamily="34" charset="0"/>
                <a:ea typeface="Calibri" pitchFamily="34" charset="-122"/>
                <a:cs typeface="Calibri" pitchFamily="34" charset="-120"/>
              </a:rPr>
              <a:t>one line through — then revise beside it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SILENT THINKING · NO HANDS YET</a:t>
            </a:r>
            <a:endParaRPr lang="en-US" sz="1600" dirty="0"/>
          </a:p>
        </p:txBody>
      </p:sp>
      <p:sp>
        <p:nvSpPr>
          <p:cNvPr id="3" name="Text 1"/>
          <p:cNvSpPr/>
          <p:nvPr/>
        </p:nvSpPr>
        <p:spPr>
          <a:xfrm>
            <a:off x="822960" y="1143000"/>
            <a:ext cx="10545775" cy="2103120"/>
          </a:xfrm>
          <a:prstGeom prst="rect">
            <a:avLst/>
          </a:prstGeom>
          <a:noFill/>
          <a:ln/>
        </p:spPr>
        <p:txBody>
          <a:bodyPr wrap="square" lIns="0" tIns="0" rIns="0" bIns="0" rtlCol="0" anchor="t"/>
          <a:lstStyle/>
          <a:p>
            <a:pPr algn="l" indent="0" marL="0">
              <a:lnSpc>
                <a:spcPts val="7200"/>
              </a:lnSpc>
              <a:buNone/>
            </a:pPr>
            <a:r>
              <a:rPr lang="en-US" sz="6000" b="1" spc="-150" kern="0" dirty="0">
                <a:solidFill>
                  <a:srgbClr val="FFFFFF"/>
                </a:solidFill>
                <a:latin typeface="Arial" pitchFamily="34" charset="0"/>
                <a:ea typeface="Arial" pitchFamily="34" charset="-122"/>
                <a:cs typeface="Arial" pitchFamily="34" charset="-120"/>
              </a:rPr>
              <a:t>How could I know</a:t>
            </a:r>
            <a:endParaRPr lang="en-US" sz="6000" dirty="0"/>
          </a:p>
          <a:p>
            <a:pPr algn="l" indent="0" marL="0">
              <a:lnSpc>
                <a:spcPts val="7200"/>
              </a:lnSpc>
              <a:buNone/>
            </a:pPr>
            <a:r>
              <a:rPr lang="en-US" sz="6000" b="1" spc="-150" kern="0" dirty="0">
                <a:solidFill>
                  <a:srgbClr val="FFFFFF"/>
                </a:solidFill>
                <a:latin typeface="Arial" pitchFamily="34" charset="0"/>
                <a:ea typeface="Arial" pitchFamily="34" charset="-122"/>
                <a:cs typeface="Arial" pitchFamily="34" charset="-120"/>
              </a:rPr>
              <a:t>your answer?</a:t>
            </a:r>
            <a:endParaRPr lang="en-US" sz="6000" dirty="0"/>
          </a:p>
        </p:txBody>
      </p:sp>
      <p:sp>
        <p:nvSpPr>
          <p:cNvPr id="4" name="Text 2"/>
          <p:cNvSpPr/>
          <p:nvPr/>
        </p:nvSpPr>
        <p:spPr>
          <a:xfrm>
            <a:off x="822960" y="3291840"/>
            <a:ext cx="6949440" cy="640080"/>
          </a:xfrm>
          <a:prstGeom prst="rect">
            <a:avLst/>
          </a:prstGeom>
          <a:noFill/>
          <a:ln/>
        </p:spPr>
        <p:txBody>
          <a:bodyPr wrap="square" lIns="0" tIns="0" rIns="0" bIns="0" rtlCol="0" anchor="ctr"/>
          <a:lstStyle/>
          <a:p>
            <a:pPr algn="l" indent="0" marL="0">
              <a:buNone/>
            </a:pPr>
            <a:r>
              <a:rPr lang="en-US" sz="2800" dirty="0">
                <a:solidFill>
                  <a:srgbClr val="E8B84B"/>
                </a:solidFill>
                <a:latin typeface="Calibri" pitchFamily="34" charset="0"/>
                <a:ea typeface="Calibri" pitchFamily="34" charset="-122"/>
                <a:cs typeface="Calibri" pitchFamily="34" charset="-120"/>
              </a:rPr>
              <a:t>Where did your starting number go?</a:t>
            </a:r>
            <a:endParaRPr lang="en-US" sz="2800" dirty="0"/>
          </a:p>
        </p:txBody>
      </p:sp>
      <p:sp>
        <p:nvSpPr>
          <p:cNvPr id="5" name="Shape 3"/>
          <p:cNvSpPr/>
          <p:nvPr/>
        </p:nvSpPr>
        <p:spPr>
          <a:xfrm>
            <a:off x="822960" y="4846320"/>
            <a:ext cx="0" cy="457200"/>
          </a:xfrm>
          <a:prstGeom prst="line">
            <a:avLst/>
          </a:prstGeom>
          <a:noFill/>
          <a:ln w="38100">
            <a:solidFill>
              <a:srgbClr val="7B8CA6"/>
            </a:solidFill>
            <a:prstDash val="solid"/>
          </a:ln>
        </p:spPr>
      </p:sp>
      <p:sp>
        <p:nvSpPr>
          <p:cNvPr id="6" name="Shape 4"/>
          <p:cNvSpPr/>
          <p:nvPr/>
        </p:nvSpPr>
        <p:spPr>
          <a:xfrm>
            <a:off x="1054608" y="4846320"/>
            <a:ext cx="0" cy="457200"/>
          </a:xfrm>
          <a:prstGeom prst="line">
            <a:avLst/>
          </a:prstGeom>
          <a:noFill/>
          <a:ln w="38100">
            <a:solidFill>
              <a:srgbClr val="7B8CA6"/>
            </a:solidFill>
            <a:prstDash val="solid"/>
          </a:ln>
        </p:spPr>
      </p:sp>
      <p:sp>
        <p:nvSpPr>
          <p:cNvPr id="7" name="Shape 5"/>
          <p:cNvSpPr/>
          <p:nvPr/>
        </p:nvSpPr>
        <p:spPr>
          <a:xfrm>
            <a:off x="1286256" y="4846320"/>
            <a:ext cx="0" cy="457200"/>
          </a:xfrm>
          <a:prstGeom prst="line">
            <a:avLst/>
          </a:prstGeom>
          <a:noFill/>
          <a:ln w="38100">
            <a:solidFill>
              <a:srgbClr val="7B8CA6"/>
            </a:solidFill>
            <a:prstDash val="solid"/>
          </a:ln>
        </p:spPr>
      </p:sp>
      <p:sp>
        <p:nvSpPr>
          <p:cNvPr id="8" name="Shape 6"/>
          <p:cNvSpPr/>
          <p:nvPr/>
        </p:nvSpPr>
        <p:spPr>
          <a:xfrm>
            <a:off x="1517904" y="4846320"/>
            <a:ext cx="0" cy="457200"/>
          </a:xfrm>
          <a:prstGeom prst="line">
            <a:avLst/>
          </a:prstGeom>
          <a:noFill/>
          <a:ln w="38100">
            <a:solidFill>
              <a:srgbClr val="7B8CA6"/>
            </a:solidFill>
            <a:prstDash val="solid"/>
          </a:ln>
        </p:spPr>
      </p:sp>
      <p:sp>
        <p:nvSpPr>
          <p:cNvPr id="9" name="Shape 7"/>
          <p:cNvSpPr/>
          <p:nvPr/>
        </p:nvSpPr>
        <p:spPr>
          <a:xfrm>
            <a:off x="1749552" y="4846320"/>
            <a:ext cx="0" cy="457200"/>
          </a:xfrm>
          <a:prstGeom prst="line">
            <a:avLst/>
          </a:prstGeom>
          <a:noFill/>
          <a:ln w="38100">
            <a:solidFill>
              <a:srgbClr val="7B8CA6"/>
            </a:solidFill>
            <a:prstDash val="solid"/>
          </a:ln>
        </p:spPr>
      </p:sp>
      <p:sp>
        <p:nvSpPr>
          <p:cNvPr id="10" name="Shape 8"/>
          <p:cNvSpPr/>
          <p:nvPr/>
        </p:nvSpPr>
        <p:spPr>
          <a:xfrm>
            <a:off x="1981200" y="4846320"/>
            <a:ext cx="0" cy="457200"/>
          </a:xfrm>
          <a:prstGeom prst="line">
            <a:avLst/>
          </a:prstGeom>
          <a:noFill/>
          <a:ln w="38100">
            <a:solidFill>
              <a:srgbClr val="7B8CA6"/>
            </a:solidFill>
            <a:prstDash val="solid"/>
          </a:ln>
        </p:spPr>
      </p:sp>
      <p:sp>
        <p:nvSpPr>
          <p:cNvPr id="11" name="Shape 9"/>
          <p:cNvSpPr/>
          <p:nvPr/>
        </p:nvSpPr>
        <p:spPr>
          <a:xfrm>
            <a:off x="2212848" y="4846320"/>
            <a:ext cx="0" cy="457200"/>
          </a:xfrm>
          <a:prstGeom prst="line">
            <a:avLst/>
          </a:prstGeom>
          <a:noFill/>
          <a:ln w="38100">
            <a:solidFill>
              <a:srgbClr val="7B8CA6"/>
            </a:solidFill>
            <a:prstDash val="solid"/>
          </a:ln>
        </p:spPr>
      </p:sp>
      <p:sp>
        <p:nvSpPr>
          <p:cNvPr id="12" name="Shape 10"/>
          <p:cNvSpPr/>
          <p:nvPr/>
        </p:nvSpPr>
        <p:spPr>
          <a:xfrm>
            <a:off x="2444496" y="4846320"/>
            <a:ext cx="0" cy="457200"/>
          </a:xfrm>
          <a:prstGeom prst="line">
            <a:avLst/>
          </a:prstGeom>
          <a:noFill/>
          <a:ln w="38100">
            <a:solidFill>
              <a:srgbClr val="7B8CA6"/>
            </a:solidFill>
            <a:prstDash val="solid"/>
          </a:ln>
        </p:spPr>
      </p:sp>
      <p:sp>
        <p:nvSpPr>
          <p:cNvPr id="13" name="Shape 11"/>
          <p:cNvSpPr/>
          <p:nvPr/>
        </p:nvSpPr>
        <p:spPr>
          <a:xfrm>
            <a:off x="2676144" y="4846320"/>
            <a:ext cx="0" cy="457200"/>
          </a:xfrm>
          <a:prstGeom prst="line">
            <a:avLst/>
          </a:prstGeom>
          <a:noFill/>
          <a:ln w="38100">
            <a:solidFill>
              <a:srgbClr val="7B8CA6"/>
            </a:solidFill>
            <a:prstDash val="solid"/>
          </a:ln>
        </p:spPr>
      </p:sp>
      <p:sp>
        <p:nvSpPr>
          <p:cNvPr id="14" name="Shape 12"/>
          <p:cNvSpPr/>
          <p:nvPr/>
        </p:nvSpPr>
        <p:spPr>
          <a:xfrm>
            <a:off x="2907792" y="4846320"/>
            <a:ext cx="0" cy="457200"/>
          </a:xfrm>
          <a:prstGeom prst="line">
            <a:avLst/>
          </a:prstGeom>
          <a:noFill/>
          <a:ln w="38100">
            <a:solidFill>
              <a:srgbClr val="7B8CA6"/>
            </a:solidFill>
            <a:prstDash val="solid"/>
          </a:ln>
        </p:spPr>
      </p:sp>
      <p:sp>
        <p:nvSpPr>
          <p:cNvPr id="15" name="Shape 13"/>
          <p:cNvSpPr/>
          <p:nvPr/>
        </p:nvSpPr>
        <p:spPr>
          <a:xfrm>
            <a:off x="3139440" y="4846320"/>
            <a:ext cx="0" cy="457200"/>
          </a:xfrm>
          <a:prstGeom prst="line">
            <a:avLst/>
          </a:prstGeom>
          <a:noFill/>
          <a:ln w="38100">
            <a:solidFill>
              <a:srgbClr val="7B8CA6"/>
            </a:solidFill>
            <a:prstDash val="solid"/>
          </a:ln>
        </p:spPr>
      </p:sp>
      <p:sp>
        <p:nvSpPr>
          <p:cNvPr id="16" name="Shape 14"/>
          <p:cNvSpPr/>
          <p:nvPr/>
        </p:nvSpPr>
        <p:spPr>
          <a:xfrm>
            <a:off x="3371088" y="4846320"/>
            <a:ext cx="0" cy="457200"/>
          </a:xfrm>
          <a:prstGeom prst="line">
            <a:avLst/>
          </a:prstGeom>
          <a:noFill/>
          <a:ln w="38100">
            <a:solidFill>
              <a:srgbClr val="7B8CA6"/>
            </a:solidFill>
            <a:prstDash val="solid"/>
          </a:ln>
        </p:spPr>
      </p:sp>
      <p:sp>
        <p:nvSpPr>
          <p:cNvPr id="17" name="Shape 15"/>
          <p:cNvSpPr/>
          <p:nvPr/>
        </p:nvSpPr>
        <p:spPr>
          <a:xfrm>
            <a:off x="3602736" y="4846320"/>
            <a:ext cx="0" cy="457200"/>
          </a:xfrm>
          <a:prstGeom prst="line">
            <a:avLst/>
          </a:prstGeom>
          <a:noFill/>
          <a:ln w="38100">
            <a:solidFill>
              <a:srgbClr val="7B8CA6"/>
            </a:solidFill>
            <a:prstDash val="solid"/>
          </a:ln>
        </p:spPr>
      </p:sp>
      <p:sp>
        <p:nvSpPr>
          <p:cNvPr id="18" name="Shape 16"/>
          <p:cNvSpPr/>
          <p:nvPr/>
        </p:nvSpPr>
        <p:spPr>
          <a:xfrm>
            <a:off x="3834384" y="4846320"/>
            <a:ext cx="0" cy="457200"/>
          </a:xfrm>
          <a:prstGeom prst="line">
            <a:avLst/>
          </a:prstGeom>
          <a:noFill/>
          <a:ln w="38100">
            <a:solidFill>
              <a:srgbClr val="7B8CA6"/>
            </a:solidFill>
            <a:prstDash val="solid"/>
          </a:ln>
        </p:spPr>
      </p:sp>
      <p:sp>
        <p:nvSpPr>
          <p:cNvPr id="19" name="Shape 17"/>
          <p:cNvSpPr/>
          <p:nvPr/>
        </p:nvSpPr>
        <p:spPr>
          <a:xfrm>
            <a:off x="4066032" y="4846320"/>
            <a:ext cx="0" cy="457200"/>
          </a:xfrm>
          <a:prstGeom prst="line">
            <a:avLst/>
          </a:prstGeom>
          <a:noFill/>
          <a:ln w="38100">
            <a:solidFill>
              <a:srgbClr val="7B8CA6"/>
            </a:solidFill>
            <a:prstDash val="solid"/>
          </a:ln>
        </p:spPr>
      </p:sp>
      <p:sp>
        <p:nvSpPr>
          <p:cNvPr id="20" name="Shape 18"/>
          <p:cNvSpPr/>
          <p:nvPr/>
        </p:nvSpPr>
        <p:spPr>
          <a:xfrm>
            <a:off x="4297680" y="4846320"/>
            <a:ext cx="0" cy="457200"/>
          </a:xfrm>
          <a:prstGeom prst="line">
            <a:avLst/>
          </a:prstGeom>
          <a:noFill/>
          <a:ln w="38100">
            <a:solidFill>
              <a:srgbClr val="7B8CA6"/>
            </a:solidFill>
            <a:prstDash val="solid"/>
          </a:ln>
        </p:spPr>
      </p:sp>
      <p:sp>
        <p:nvSpPr>
          <p:cNvPr id="21" name="Shape 19"/>
          <p:cNvSpPr/>
          <p:nvPr/>
        </p:nvSpPr>
        <p:spPr>
          <a:xfrm>
            <a:off x="4529328" y="4846320"/>
            <a:ext cx="0" cy="457200"/>
          </a:xfrm>
          <a:prstGeom prst="line">
            <a:avLst/>
          </a:prstGeom>
          <a:noFill/>
          <a:ln w="38100">
            <a:solidFill>
              <a:srgbClr val="7B8CA6"/>
            </a:solidFill>
            <a:prstDash val="solid"/>
          </a:ln>
        </p:spPr>
      </p:sp>
      <p:sp>
        <p:nvSpPr>
          <p:cNvPr id="22" name="Shape 20"/>
          <p:cNvSpPr/>
          <p:nvPr/>
        </p:nvSpPr>
        <p:spPr>
          <a:xfrm>
            <a:off x="4760976" y="4846320"/>
            <a:ext cx="0" cy="457200"/>
          </a:xfrm>
          <a:prstGeom prst="line">
            <a:avLst/>
          </a:prstGeom>
          <a:noFill/>
          <a:ln w="38100">
            <a:solidFill>
              <a:srgbClr val="7B8CA6"/>
            </a:solidFill>
            <a:prstDash val="solid"/>
          </a:ln>
        </p:spPr>
      </p:sp>
      <p:sp>
        <p:nvSpPr>
          <p:cNvPr id="23" name="Shape 21"/>
          <p:cNvSpPr/>
          <p:nvPr/>
        </p:nvSpPr>
        <p:spPr>
          <a:xfrm>
            <a:off x="4992624" y="4846320"/>
            <a:ext cx="0" cy="457200"/>
          </a:xfrm>
          <a:prstGeom prst="line">
            <a:avLst/>
          </a:prstGeom>
          <a:noFill/>
          <a:ln w="38100">
            <a:solidFill>
              <a:srgbClr val="7B8CA6"/>
            </a:solidFill>
            <a:prstDash val="solid"/>
          </a:ln>
        </p:spPr>
      </p:sp>
      <p:sp>
        <p:nvSpPr>
          <p:cNvPr id="24" name="Shape 22"/>
          <p:cNvSpPr/>
          <p:nvPr/>
        </p:nvSpPr>
        <p:spPr>
          <a:xfrm>
            <a:off x="5224272" y="4846320"/>
            <a:ext cx="0" cy="457200"/>
          </a:xfrm>
          <a:prstGeom prst="line">
            <a:avLst/>
          </a:prstGeom>
          <a:noFill/>
          <a:ln w="38100">
            <a:solidFill>
              <a:srgbClr val="7B8CA6"/>
            </a:solidFill>
            <a:prstDash val="solid"/>
          </a:ln>
        </p:spPr>
      </p:sp>
      <p:sp>
        <p:nvSpPr>
          <p:cNvPr id="25" name="Shape 23"/>
          <p:cNvSpPr/>
          <p:nvPr/>
        </p:nvSpPr>
        <p:spPr>
          <a:xfrm>
            <a:off x="5455920" y="4846320"/>
            <a:ext cx="0" cy="457200"/>
          </a:xfrm>
          <a:prstGeom prst="line">
            <a:avLst/>
          </a:prstGeom>
          <a:noFill/>
          <a:ln w="38100">
            <a:solidFill>
              <a:srgbClr val="7B8CA6"/>
            </a:solidFill>
            <a:prstDash val="solid"/>
          </a:ln>
        </p:spPr>
      </p:sp>
      <p:sp>
        <p:nvSpPr>
          <p:cNvPr id="26" name="Shape 24"/>
          <p:cNvSpPr/>
          <p:nvPr/>
        </p:nvSpPr>
        <p:spPr>
          <a:xfrm>
            <a:off x="5687568" y="4846320"/>
            <a:ext cx="0" cy="457200"/>
          </a:xfrm>
          <a:prstGeom prst="line">
            <a:avLst/>
          </a:prstGeom>
          <a:noFill/>
          <a:ln w="38100">
            <a:solidFill>
              <a:srgbClr val="7B8CA6"/>
            </a:solidFill>
            <a:prstDash val="solid"/>
          </a:ln>
        </p:spPr>
      </p:sp>
      <p:sp>
        <p:nvSpPr>
          <p:cNvPr id="27" name="Shape 25"/>
          <p:cNvSpPr/>
          <p:nvPr/>
        </p:nvSpPr>
        <p:spPr>
          <a:xfrm>
            <a:off x="5919216" y="4846320"/>
            <a:ext cx="0" cy="457200"/>
          </a:xfrm>
          <a:prstGeom prst="line">
            <a:avLst/>
          </a:prstGeom>
          <a:noFill/>
          <a:ln w="38100">
            <a:solidFill>
              <a:srgbClr val="7B8CA6"/>
            </a:solidFill>
            <a:prstDash val="solid"/>
          </a:ln>
        </p:spPr>
      </p:sp>
      <p:sp>
        <p:nvSpPr>
          <p:cNvPr id="28" name="Shape 26"/>
          <p:cNvSpPr/>
          <p:nvPr/>
        </p:nvSpPr>
        <p:spPr>
          <a:xfrm>
            <a:off x="6150864" y="4846320"/>
            <a:ext cx="0" cy="457200"/>
          </a:xfrm>
          <a:prstGeom prst="line">
            <a:avLst/>
          </a:prstGeom>
          <a:noFill/>
          <a:ln w="38100">
            <a:solidFill>
              <a:srgbClr val="7B8CA6"/>
            </a:solidFill>
            <a:prstDash val="solid"/>
          </a:ln>
        </p:spPr>
      </p:sp>
      <p:sp>
        <p:nvSpPr>
          <p:cNvPr id="29" name="Shape 27"/>
          <p:cNvSpPr/>
          <p:nvPr/>
        </p:nvSpPr>
        <p:spPr>
          <a:xfrm>
            <a:off x="6382512" y="4846320"/>
            <a:ext cx="0" cy="457200"/>
          </a:xfrm>
          <a:prstGeom prst="line">
            <a:avLst/>
          </a:prstGeom>
          <a:noFill/>
          <a:ln w="38100">
            <a:solidFill>
              <a:srgbClr val="7B8CA6"/>
            </a:solidFill>
            <a:prstDash val="solid"/>
          </a:ln>
        </p:spPr>
      </p:sp>
      <p:sp>
        <p:nvSpPr>
          <p:cNvPr id="30" name="Shape 28"/>
          <p:cNvSpPr/>
          <p:nvPr/>
        </p:nvSpPr>
        <p:spPr>
          <a:xfrm>
            <a:off x="6614160" y="4846320"/>
            <a:ext cx="0" cy="457200"/>
          </a:xfrm>
          <a:prstGeom prst="line">
            <a:avLst/>
          </a:prstGeom>
          <a:noFill/>
          <a:ln w="38100">
            <a:solidFill>
              <a:srgbClr val="7B8CA6"/>
            </a:solidFill>
            <a:prstDash val="solid"/>
          </a:ln>
        </p:spPr>
      </p:sp>
      <p:sp>
        <p:nvSpPr>
          <p:cNvPr id="31" name="Shape 29"/>
          <p:cNvSpPr/>
          <p:nvPr/>
        </p:nvSpPr>
        <p:spPr>
          <a:xfrm>
            <a:off x="6845808" y="4846320"/>
            <a:ext cx="0" cy="457200"/>
          </a:xfrm>
          <a:prstGeom prst="line">
            <a:avLst/>
          </a:prstGeom>
          <a:noFill/>
          <a:ln w="38100">
            <a:solidFill>
              <a:srgbClr val="7B8CA6"/>
            </a:solidFill>
            <a:prstDash val="solid"/>
          </a:ln>
        </p:spPr>
      </p:sp>
      <p:sp>
        <p:nvSpPr>
          <p:cNvPr id="32" name="Shape 30"/>
          <p:cNvSpPr/>
          <p:nvPr/>
        </p:nvSpPr>
        <p:spPr>
          <a:xfrm>
            <a:off x="7077456" y="4846320"/>
            <a:ext cx="0" cy="457200"/>
          </a:xfrm>
          <a:prstGeom prst="line">
            <a:avLst/>
          </a:prstGeom>
          <a:noFill/>
          <a:ln w="38100">
            <a:solidFill>
              <a:srgbClr val="7B8CA6"/>
            </a:solidFill>
            <a:prstDash val="solid"/>
          </a:ln>
        </p:spPr>
      </p:sp>
      <p:sp>
        <p:nvSpPr>
          <p:cNvPr id="33" name="Shape 31"/>
          <p:cNvSpPr/>
          <p:nvPr/>
        </p:nvSpPr>
        <p:spPr>
          <a:xfrm>
            <a:off x="7309104" y="4846320"/>
            <a:ext cx="0" cy="457200"/>
          </a:xfrm>
          <a:prstGeom prst="line">
            <a:avLst/>
          </a:prstGeom>
          <a:noFill/>
          <a:ln w="38100">
            <a:solidFill>
              <a:srgbClr val="7B8CA6"/>
            </a:solidFill>
            <a:prstDash val="solid"/>
          </a:ln>
        </p:spPr>
      </p:sp>
      <p:sp>
        <p:nvSpPr>
          <p:cNvPr id="34" name="Shape 32"/>
          <p:cNvSpPr/>
          <p:nvPr/>
        </p:nvSpPr>
        <p:spPr>
          <a:xfrm>
            <a:off x="7540752" y="4846320"/>
            <a:ext cx="0" cy="457200"/>
          </a:xfrm>
          <a:prstGeom prst="line">
            <a:avLst/>
          </a:prstGeom>
          <a:noFill/>
          <a:ln w="38100">
            <a:solidFill>
              <a:srgbClr val="7B8CA6"/>
            </a:solidFill>
            <a:prstDash val="solid"/>
          </a:ln>
        </p:spPr>
      </p:sp>
      <p:sp>
        <p:nvSpPr>
          <p:cNvPr id="35" name="Text 33"/>
          <p:cNvSpPr/>
          <p:nvPr/>
        </p:nvSpPr>
        <p:spPr>
          <a:xfrm>
            <a:off x="8503920" y="4069080"/>
            <a:ext cx="2834640" cy="1371600"/>
          </a:xfrm>
          <a:prstGeom prst="rect">
            <a:avLst/>
          </a:prstGeom>
          <a:noFill/>
          <a:ln/>
        </p:spPr>
        <p:txBody>
          <a:bodyPr wrap="square" lIns="0" tIns="0" rIns="0" bIns="0" rtlCol="0" anchor="ctr"/>
          <a:lstStyle/>
          <a:p>
            <a:pPr algn="ctr" indent="0" marL="0">
              <a:buNone/>
            </a:pPr>
            <a:r>
              <a:rPr lang="en-US" sz="9000" b="1" dirty="0">
                <a:solidFill>
                  <a:srgbClr val="E8B84B"/>
                </a:solidFill>
                <a:latin typeface="Courier New" pitchFamily="34" charset="0"/>
                <a:ea typeface="Courier New" pitchFamily="34" charset="-122"/>
                <a:cs typeface="Courier New" pitchFamily="34" charset="-120"/>
              </a:rPr>
              <a:t>0:30</a:t>
            </a:r>
            <a:endParaRPr lang="en-US" sz="9000" dirty="0"/>
          </a:p>
        </p:txBody>
      </p:sp>
      <p:sp>
        <p:nvSpPr>
          <p:cNvPr id="36" name="Text 34"/>
          <p:cNvSpPr/>
          <p:nvPr/>
        </p:nvSpPr>
        <p:spPr>
          <a:xfrm>
            <a:off x="822960" y="5440680"/>
            <a:ext cx="6949440" cy="365760"/>
          </a:xfrm>
          <a:prstGeom prst="rect">
            <a:avLst/>
          </a:prstGeom>
          <a:noFill/>
          <a:ln/>
        </p:spPr>
        <p:txBody>
          <a:bodyPr wrap="square" lIns="0" tIns="0" rIns="0" bIns="0" rtlCol="0" anchor="ctr"/>
          <a:lstStyle/>
          <a:p>
            <a:pPr algn="l" indent="0" marL="0">
              <a:buNone/>
            </a:pPr>
            <a:r>
              <a:rPr lang="en-US" sz="1500" b="1" spc="300" kern="0" dirty="0">
                <a:solidFill>
                  <a:srgbClr val="7B8CA6"/>
                </a:solidFill>
                <a:latin typeface="Courier New" pitchFamily="34" charset="0"/>
                <a:ea typeface="Courier New" pitchFamily="34" charset="-122"/>
                <a:cs typeface="Courier New" pitchFamily="34" charset="-120"/>
              </a:rPr>
              <a:t>THIRTY SECONDS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NOW TALK</a:t>
            </a:r>
            <a:endParaRPr lang="en-US" sz="1600" dirty="0"/>
          </a:p>
        </p:txBody>
      </p:sp>
      <p:sp>
        <p:nvSpPr>
          <p:cNvPr id="3" name="Text 1"/>
          <p:cNvSpPr/>
          <p:nvPr/>
        </p:nvSpPr>
        <p:spPr>
          <a:xfrm>
            <a:off x="822960" y="960120"/>
            <a:ext cx="10545775" cy="1005840"/>
          </a:xfrm>
          <a:prstGeom prst="rect">
            <a:avLst/>
          </a:prstGeom>
          <a:noFill/>
          <a:ln/>
        </p:spPr>
        <p:txBody>
          <a:bodyPr wrap="square" lIns="0" tIns="0" rIns="0" bIns="0" rtlCol="0" anchor="t"/>
          <a:lstStyle/>
          <a:p>
            <a:pPr algn="l" indent="0" marL="0">
              <a:lnSpc>
                <a:spcPts val="7200"/>
              </a:lnSpc>
              <a:buNone/>
            </a:pPr>
            <a:r>
              <a:rPr lang="en-US" sz="5000" b="1" spc="-150" kern="0" dirty="0">
                <a:solidFill>
                  <a:srgbClr val="FFFFFF"/>
                </a:solidFill>
                <a:latin typeface="Arial" pitchFamily="34" charset="0"/>
                <a:ea typeface="Arial" pitchFamily="34" charset="-122"/>
                <a:cs typeface="Arial" pitchFamily="34" charset="-120"/>
              </a:rPr>
              <a:t>What just happened?</a:t>
            </a:r>
            <a:endParaRPr lang="en-US" sz="5000" dirty="0"/>
          </a:p>
        </p:txBody>
      </p:sp>
      <p:sp>
        <p:nvSpPr>
          <p:cNvPr id="4" name="Shape 2"/>
          <p:cNvSpPr/>
          <p:nvPr/>
        </p:nvSpPr>
        <p:spPr>
          <a:xfrm>
            <a:off x="822960" y="2286000"/>
            <a:ext cx="5067148" cy="1600200"/>
          </a:xfrm>
          <a:prstGeom prst="roundRect">
            <a:avLst>
              <a:gd name="adj" fmla="val 5714"/>
            </a:avLst>
          </a:prstGeom>
          <a:solidFill>
            <a:srgbClr val="172E4F"/>
          </a:solidFill>
          <a:ln w="12700">
            <a:solidFill>
              <a:srgbClr val="7B8CA6"/>
            </a:solidFill>
            <a:prstDash val="solid"/>
          </a:ln>
        </p:spPr>
      </p:sp>
      <p:sp>
        <p:nvSpPr>
          <p:cNvPr id="5" name="Text 3"/>
          <p:cNvSpPr/>
          <p:nvPr/>
        </p:nvSpPr>
        <p:spPr>
          <a:xfrm>
            <a:off x="1188720" y="2286000"/>
            <a:ext cx="4335628" cy="1600200"/>
          </a:xfrm>
          <a:prstGeom prst="rect">
            <a:avLst/>
          </a:prstGeom>
          <a:noFill/>
          <a:ln/>
        </p:spPr>
        <p:txBody>
          <a:bodyPr wrap="square" lIns="0" tIns="0" rIns="0" bIns="0" rtlCol="0" anchor="ctr"/>
          <a:lstStyle/>
          <a:p>
            <a:pPr algn="l" indent="0" marL="0">
              <a:lnSpc>
                <a:spcPts val="3200"/>
              </a:lnSpc>
              <a:buNone/>
            </a:pPr>
            <a:r>
              <a:rPr lang="en-US" sz="2600" b="1" dirty="0">
                <a:solidFill>
                  <a:srgbClr val="FFFFFF"/>
                </a:solidFill>
                <a:latin typeface="Arial" pitchFamily="34" charset="0"/>
                <a:ea typeface="Arial" pitchFamily="34" charset="-122"/>
                <a:cs typeface="Arial" pitchFamily="34" charset="-120"/>
              </a:rPr>
              <a:t>How could the teacher know?</a:t>
            </a:r>
            <a:endParaRPr lang="en-US" sz="2600" dirty="0"/>
          </a:p>
        </p:txBody>
      </p:sp>
      <p:sp>
        <p:nvSpPr>
          <p:cNvPr id="6" name="Shape 4"/>
          <p:cNvSpPr/>
          <p:nvPr/>
        </p:nvSpPr>
        <p:spPr>
          <a:xfrm>
            <a:off x="6301588" y="2286000"/>
            <a:ext cx="5067148" cy="1600200"/>
          </a:xfrm>
          <a:prstGeom prst="roundRect">
            <a:avLst>
              <a:gd name="adj" fmla="val 5714"/>
            </a:avLst>
          </a:prstGeom>
          <a:solidFill>
            <a:srgbClr val="172E4F"/>
          </a:solidFill>
          <a:ln w="12700">
            <a:solidFill>
              <a:srgbClr val="7B8CA6"/>
            </a:solidFill>
            <a:prstDash val="solid"/>
          </a:ln>
        </p:spPr>
      </p:sp>
      <p:sp>
        <p:nvSpPr>
          <p:cNvPr id="7" name="Text 5"/>
          <p:cNvSpPr/>
          <p:nvPr/>
        </p:nvSpPr>
        <p:spPr>
          <a:xfrm>
            <a:off x="6667348" y="2286000"/>
            <a:ext cx="4335628" cy="1600200"/>
          </a:xfrm>
          <a:prstGeom prst="rect">
            <a:avLst/>
          </a:prstGeom>
          <a:noFill/>
          <a:ln/>
        </p:spPr>
        <p:txBody>
          <a:bodyPr wrap="square" lIns="0" tIns="0" rIns="0" bIns="0" rtlCol="0" anchor="ctr"/>
          <a:lstStyle/>
          <a:p>
            <a:pPr algn="l" indent="0" marL="0">
              <a:lnSpc>
                <a:spcPts val="3200"/>
              </a:lnSpc>
              <a:buNone/>
            </a:pPr>
            <a:r>
              <a:rPr lang="en-US" sz="2600" b="1" dirty="0">
                <a:solidFill>
                  <a:srgbClr val="FFFFFF"/>
                </a:solidFill>
                <a:latin typeface="Arial" pitchFamily="34" charset="0"/>
                <a:ea typeface="Arial" pitchFamily="34" charset="-122"/>
                <a:cs typeface="Arial" pitchFamily="34" charset="-120"/>
              </a:rPr>
              <a:t>Where did the starting number disappear?</a:t>
            </a:r>
            <a:endParaRPr lang="en-US" sz="2600" dirty="0"/>
          </a:p>
        </p:txBody>
      </p:sp>
      <p:sp>
        <p:nvSpPr>
          <p:cNvPr id="8" name="Shape 6"/>
          <p:cNvSpPr/>
          <p:nvPr/>
        </p:nvSpPr>
        <p:spPr>
          <a:xfrm>
            <a:off x="822960" y="4297680"/>
            <a:ext cx="5067148" cy="1600200"/>
          </a:xfrm>
          <a:prstGeom prst="roundRect">
            <a:avLst>
              <a:gd name="adj" fmla="val 5714"/>
            </a:avLst>
          </a:prstGeom>
          <a:solidFill>
            <a:srgbClr val="172E4F"/>
          </a:solidFill>
          <a:ln w="12700">
            <a:solidFill>
              <a:srgbClr val="7B8CA6"/>
            </a:solidFill>
            <a:prstDash val="solid"/>
          </a:ln>
        </p:spPr>
      </p:sp>
      <p:sp>
        <p:nvSpPr>
          <p:cNvPr id="9" name="Text 7"/>
          <p:cNvSpPr/>
          <p:nvPr/>
        </p:nvSpPr>
        <p:spPr>
          <a:xfrm>
            <a:off x="1188720" y="4297680"/>
            <a:ext cx="4335628" cy="1600200"/>
          </a:xfrm>
          <a:prstGeom prst="rect">
            <a:avLst/>
          </a:prstGeom>
          <a:noFill/>
          <a:ln/>
        </p:spPr>
        <p:txBody>
          <a:bodyPr wrap="square" lIns="0" tIns="0" rIns="0" bIns="0" rtlCol="0" anchor="ctr"/>
          <a:lstStyle/>
          <a:p>
            <a:pPr algn="l" indent="0" marL="0">
              <a:lnSpc>
                <a:spcPts val="3200"/>
              </a:lnSpc>
              <a:buNone/>
            </a:pPr>
            <a:r>
              <a:rPr lang="en-US" sz="2600" b="1" dirty="0">
                <a:solidFill>
                  <a:srgbClr val="FFFFFF"/>
                </a:solidFill>
                <a:latin typeface="Arial" pitchFamily="34" charset="0"/>
                <a:ea typeface="Arial" pitchFamily="34" charset="-122"/>
                <a:cs typeface="Arial" pitchFamily="34" charset="-120"/>
              </a:rPr>
              <a:t>Which steps disguised what was happening?</a:t>
            </a:r>
            <a:endParaRPr lang="en-US" sz="2600" dirty="0"/>
          </a:p>
        </p:txBody>
      </p:sp>
      <p:sp>
        <p:nvSpPr>
          <p:cNvPr id="10" name="Shape 8"/>
          <p:cNvSpPr/>
          <p:nvPr/>
        </p:nvSpPr>
        <p:spPr>
          <a:xfrm>
            <a:off x="6301588" y="4297680"/>
            <a:ext cx="5067148" cy="1600200"/>
          </a:xfrm>
          <a:prstGeom prst="roundRect">
            <a:avLst>
              <a:gd name="adj" fmla="val 5714"/>
            </a:avLst>
          </a:prstGeom>
          <a:solidFill>
            <a:srgbClr val="172E4F"/>
          </a:solidFill>
          <a:ln w="12700">
            <a:solidFill>
              <a:srgbClr val="7B8CA6"/>
            </a:solidFill>
            <a:prstDash val="solid"/>
          </a:ln>
        </p:spPr>
      </p:sp>
      <p:sp>
        <p:nvSpPr>
          <p:cNvPr id="11" name="Text 9"/>
          <p:cNvSpPr/>
          <p:nvPr/>
        </p:nvSpPr>
        <p:spPr>
          <a:xfrm>
            <a:off x="6667348" y="4297680"/>
            <a:ext cx="4335628" cy="1600200"/>
          </a:xfrm>
          <a:prstGeom prst="rect">
            <a:avLst/>
          </a:prstGeom>
          <a:noFill/>
          <a:ln/>
        </p:spPr>
        <p:txBody>
          <a:bodyPr wrap="square" lIns="0" tIns="0" rIns="0" bIns="0" rtlCol="0" anchor="ctr"/>
          <a:lstStyle/>
          <a:p>
            <a:pPr algn="l" indent="0" marL="0">
              <a:lnSpc>
                <a:spcPts val="3200"/>
              </a:lnSpc>
              <a:buNone/>
            </a:pPr>
            <a:r>
              <a:rPr lang="en-US" sz="2600" b="1" dirty="0">
                <a:solidFill>
                  <a:srgbClr val="FFFFFF"/>
                </a:solidFill>
                <a:latin typeface="Arial" pitchFamily="34" charset="0"/>
                <a:ea typeface="Arial" pitchFamily="34" charset="-122"/>
                <a:cs typeface="Arial" pitchFamily="34" charset="-120"/>
              </a:rPr>
              <a:t>How could written work help us find a wrong turn?</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REPLAY · ONE LINE AT A TIME</a:t>
            </a:r>
            <a:endParaRPr lang="en-US" sz="1600" dirty="0"/>
          </a:p>
        </p:txBody>
      </p:sp>
      <p:sp>
        <p:nvSpPr>
          <p:cNvPr id="3" name="Text 1"/>
          <p:cNvSpPr/>
          <p:nvPr/>
        </p:nvSpPr>
        <p:spPr>
          <a:xfrm>
            <a:off x="822960" y="960120"/>
            <a:ext cx="10545775" cy="1005840"/>
          </a:xfrm>
          <a:prstGeom prst="rect">
            <a:avLst/>
          </a:prstGeom>
          <a:noFill/>
          <a:ln/>
        </p:spPr>
        <p:txBody>
          <a:bodyPr wrap="square" lIns="0" tIns="0" rIns="0" bIns="0" rtlCol="0" anchor="t"/>
          <a:lstStyle/>
          <a:p>
            <a:pPr algn="l" indent="0" marL="0">
              <a:lnSpc>
                <a:spcPts val="7200"/>
              </a:lnSpc>
              <a:buNone/>
            </a:pPr>
            <a:r>
              <a:rPr lang="en-US" sz="5000" b="1" spc="-150" kern="0" dirty="0">
                <a:solidFill>
                  <a:srgbClr val="FFFFFF"/>
                </a:solidFill>
                <a:latin typeface="Arial" pitchFamily="34" charset="0"/>
                <a:ea typeface="Arial" pitchFamily="34" charset="-122"/>
                <a:cs typeface="Arial" pitchFamily="34" charset="-120"/>
              </a:rPr>
              <a:t>Let's replay it with 7.</a:t>
            </a:r>
            <a:endParaRPr lang="en-US" sz="5000" dirty="0"/>
          </a:p>
        </p:txBody>
      </p:sp>
      <p:sp>
        <p:nvSpPr>
          <p:cNvPr id="4" name="Text 2"/>
          <p:cNvSpPr/>
          <p:nvPr/>
        </p:nvSpPr>
        <p:spPr>
          <a:xfrm>
            <a:off x="822960" y="2834640"/>
            <a:ext cx="914400"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ourier New" pitchFamily="34" charset="0"/>
                <a:ea typeface="Courier New" pitchFamily="34" charset="-122"/>
                <a:cs typeface="Courier New" pitchFamily="34" charset="-120"/>
              </a:rPr>
              <a:t>7</a:t>
            </a:r>
            <a:endParaRPr lang="en-US" sz="4000" dirty="0"/>
          </a:p>
        </p:txBody>
      </p:sp>
      <p:sp>
        <p:nvSpPr>
          <p:cNvPr id="5" name="Text 3"/>
          <p:cNvSpPr/>
          <p:nvPr/>
        </p:nvSpPr>
        <p:spPr>
          <a:xfrm>
            <a:off x="1737360" y="2834640"/>
            <a:ext cx="685800" cy="868680"/>
          </a:xfrm>
          <a:prstGeom prst="rect">
            <a:avLst/>
          </a:prstGeom>
          <a:noFill/>
          <a:ln/>
        </p:spPr>
        <p:txBody>
          <a:bodyPr wrap="square" lIns="0" tIns="0" rIns="0" bIns="0" rtlCol="0" anchor="ctr"/>
          <a:lstStyle/>
          <a:p>
            <a:pPr algn="ctr" indent="0" marL="0">
              <a:buNone/>
            </a:pPr>
            <a:r>
              <a:rPr lang="en-US" sz="2400" b="1" dirty="0">
                <a:solidFill>
                  <a:srgbClr val="7B8CA6"/>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1737360" y="3657600"/>
            <a:ext cx="685800" cy="365760"/>
          </a:xfrm>
          <a:prstGeom prst="rect">
            <a:avLst/>
          </a:prstGeom>
          <a:noFill/>
          <a:ln/>
        </p:spPr>
        <p:txBody>
          <a:bodyPr wrap="square" lIns="0" tIns="0" rIns="0" bIns="0" rtlCol="0" anchor="ctr"/>
          <a:lstStyle/>
          <a:p>
            <a:pPr algn="ctr" indent="0" marL="0">
              <a:buNone/>
            </a:pPr>
            <a:r>
              <a:rPr lang="en-US" sz="1400" b="1" dirty="0">
                <a:solidFill>
                  <a:srgbClr val="7B8CA6"/>
                </a:solidFill>
                <a:latin typeface="Courier New" pitchFamily="34" charset="0"/>
                <a:ea typeface="Courier New" pitchFamily="34" charset="-122"/>
                <a:cs typeface="Courier New" pitchFamily="34" charset="-120"/>
              </a:rPr>
              <a:t>+ 4</a:t>
            </a:r>
            <a:endParaRPr lang="en-US" sz="1400" dirty="0"/>
          </a:p>
        </p:txBody>
      </p:sp>
      <p:sp>
        <p:nvSpPr>
          <p:cNvPr id="7" name="Text 5"/>
          <p:cNvSpPr/>
          <p:nvPr/>
        </p:nvSpPr>
        <p:spPr>
          <a:xfrm>
            <a:off x="2423160" y="2834640"/>
            <a:ext cx="914400"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ourier New" pitchFamily="34" charset="0"/>
                <a:ea typeface="Courier New" pitchFamily="34" charset="-122"/>
                <a:cs typeface="Courier New" pitchFamily="34" charset="-120"/>
              </a:rPr>
              <a:t>11</a:t>
            </a:r>
            <a:endParaRPr lang="en-US" sz="4000" dirty="0"/>
          </a:p>
        </p:txBody>
      </p:sp>
      <p:sp>
        <p:nvSpPr>
          <p:cNvPr id="8" name="Text 6"/>
          <p:cNvSpPr/>
          <p:nvPr/>
        </p:nvSpPr>
        <p:spPr>
          <a:xfrm>
            <a:off x="3337560" y="2834640"/>
            <a:ext cx="685800" cy="868680"/>
          </a:xfrm>
          <a:prstGeom prst="rect">
            <a:avLst/>
          </a:prstGeom>
          <a:noFill/>
          <a:ln/>
        </p:spPr>
        <p:txBody>
          <a:bodyPr wrap="square" lIns="0" tIns="0" rIns="0" bIns="0" rtlCol="0" anchor="ctr"/>
          <a:lstStyle/>
          <a:p>
            <a:pPr algn="ctr" indent="0" marL="0">
              <a:buNone/>
            </a:pPr>
            <a:r>
              <a:rPr lang="en-US" sz="2400" b="1" dirty="0">
                <a:solidFill>
                  <a:srgbClr val="7B8CA6"/>
                </a:solidFill>
                <a:latin typeface="Arial" pitchFamily="34" charset="0"/>
                <a:ea typeface="Arial" pitchFamily="34" charset="-122"/>
                <a:cs typeface="Arial" pitchFamily="34" charset="-120"/>
              </a:rPr>
              <a:t>→</a:t>
            </a:r>
            <a:endParaRPr lang="en-US" sz="2400" dirty="0"/>
          </a:p>
        </p:txBody>
      </p:sp>
      <p:sp>
        <p:nvSpPr>
          <p:cNvPr id="9" name="Text 7"/>
          <p:cNvSpPr/>
          <p:nvPr/>
        </p:nvSpPr>
        <p:spPr>
          <a:xfrm>
            <a:off x="3337560" y="3657600"/>
            <a:ext cx="685800" cy="365760"/>
          </a:xfrm>
          <a:prstGeom prst="rect">
            <a:avLst/>
          </a:prstGeom>
          <a:noFill/>
          <a:ln/>
        </p:spPr>
        <p:txBody>
          <a:bodyPr wrap="square" lIns="0" tIns="0" rIns="0" bIns="0" rtlCol="0" anchor="ctr"/>
          <a:lstStyle/>
          <a:p>
            <a:pPr algn="ctr" indent="0" marL="0">
              <a:buNone/>
            </a:pPr>
            <a:r>
              <a:rPr lang="en-US" sz="1400" b="1" dirty="0">
                <a:solidFill>
                  <a:srgbClr val="7B8CA6"/>
                </a:solidFill>
                <a:latin typeface="Courier New" pitchFamily="34" charset="0"/>
                <a:ea typeface="Courier New" pitchFamily="34" charset="-122"/>
                <a:cs typeface="Courier New" pitchFamily="34" charset="-120"/>
              </a:rPr>
              <a:t>× 3</a:t>
            </a:r>
            <a:endParaRPr lang="en-US" sz="1400" dirty="0"/>
          </a:p>
        </p:txBody>
      </p:sp>
      <p:sp>
        <p:nvSpPr>
          <p:cNvPr id="10" name="Text 8"/>
          <p:cNvSpPr/>
          <p:nvPr/>
        </p:nvSpPr>
        <p:spPr>
          <a:xfrm>
            <a:off x="4023360" y="2834640"/>
            <a:ext cx="914400"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ourier New" pitchFamily="34" charset="0"/>
                <a:ea typeface="Courier New" pitchFamily="34" charset="-122"/>
                <a:cs typeface="Courier New" pitchFamily="34" charset="-120"/>
              </a:rPr>
              <a:t>33</a:t>
            </a:r>
            <a:endParaRPr lang="en-US" sz="4000" dirty="0"/>
          </a:p>
        </p:txBody>
      </p:sp>
      <p:sp>
        <p:nvSpPr>
          <p:cNvPr id="11" name="Text 9"/>
          <p:cNvSpPr/>
          <p:nvPr/>
        </p:nvSpPr>
        <p:spPr>
          <a:xfrm>
            <a:off x="4937760" y="2834640"/>
            <a:ext cx="685800" cy="868680"/>
          </a:xfrm>
          <a:prstGeom prst="rect">
            <a:avLst/>
          </a:prstGeom>
          <a:noFill/>
          <a:ln/>
        </p:spPr>
        <p:txBody>
          <a:bodyPr wrap="square" lIns="0" tIns="0" rIns="0" bIns="0" rtlCol="0" anchor="ctr"/>
          <a:lstStyle/>
          <a:p>
            <a:pPr algn="ctr" indent="0" marL="0">
              <a:buNone/>
            </a:pPr>
            <a:r>
              <a:rPr lang="en-US" sz="2400" b="1" dirty="0">
                <a:solidFill>
                  <a:srgbClr val="7B8CA6"/>
                </a:solidFill>
                <a:latin typeface="Arial" pitchFamily="34" charset="0"/>
                <a:ea typeface="Arial" pitchFamily="34" charset="-122"/>
                <a:cs typeface="Arial" pitchFamily="34" charset="-120"/>
              </a:rPr>
              <a:t>→</a:t>
            </a:r>
            <a:endParaRPr lang="en-US" sz="2400" dirty="0"/>
          </a:p>
        </p:txBody>
      </p:sp>
      <p:sp>
        <p:nvSpPr>
          <p:cNvPr id="12" name="Text 10"/>
          <p:cNvSpPr/>
          <p:nvPr/>
        </p:nvSpPr>
        <p:spPr>
          <a:xfrm>
            <a:off x="4937760" y="3657600"/>
            <a:ext cx="685800" cy="365760"/>
          </a:xfrm>
          <a:prstGeom prst="rect">
            <a:avLst/>
          </a:prstGeom>
          <a:noFill/>
          <a:ln/>
        </p:spPr>
        <p:txBody>
          <a:bodyPr wrap="square" lIns="0" tIns="0" rIns="0" bIns="0" rtlCol="0" anchor="ctr"/>
          <a:lstStyle/>
          <a:p>
            <a:pPr algn="ctr" indent="0" marL="0">
              <a:buNone/>
            </a:pPr>
            <a:r>
              <a:rPr lang="en-US" sz="1400" b="1" dirty="0">
                <a:solidFill>
                  <a:srgbClr val="7B8CA6"/>
                </a:solidFill>
                <a:latin typeface="Courier New" pitchFamily="34" charset="0"/>
                <a:ea typeface="Courier New" pitchFamily="34" charset="-122"/>
                <a:cs typeface="Courier New" pitchFamily="34" charset="-120"/>
              </a:rPr>
              <a:t>+ 15</a:t>
            </a:r>
            <a:endParaRPr lang="en-US" sz="1400" dirty="0"/>
          </a:p>
        </p:txBody>
      </p:sp>
      <p:sp>
        <p:nvSpPr>
          <p:cNvPr id="13" name="Text 11"/>
          <p:cNvSpPr/>
          <p:nvPr/>
        </p:nvSpPr>
        <p:spPr>
          <a:xfrm>
            <a:off x="5623560" y="2834640"/>
            <a:ext cx="914400"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ourier New" pitchFamily="34" charset="0"/>
                <a:ea typeface="Courier New" pitchFamily="34" charset="-122"/>
                <a:cs typeface="Courier New" pitchFamily="34" charset="-120"/>
              </a:rPr>
              <a:t>48</a:t>
            </a:r>
            <a:endParaRPr lang="en-US" sz="4000" dirty="0"/>
          </a:p>
        </p:txBody>
      </p:sp>
      <p:sp>
        <p:nvSpPr>
          <p:cNvPr id="14" name="Text 12"/>
          <p:cNvSpPr/>
          <p:nvPr/>
        </p:nvSpPr>
        <p:spPr>
          <a:xfrm>
            <a:off x="6537960" y="2834640"/>
            <a:ext cx="685800" cy="868680"/>
          </a:xfrm>
          <a:prstGeom prst="rect">
            <a:avLst/>
          </a:prstGeom>
          <a:noFill/>
          <a:ln/>
        </p:spPr>
        <p:txBody>
          <a:bodyPr wrap="square" lIns="0" tIns="0" rIns="0" bIns="0" rtlCol="0" anchor="ctr"/>
          <a:lstStyle/>
          <a:p>
            <a:pPr algn="ctr" indent="0" marL="0">
              <a:buNone/>
            </a:pPr>
            <a:r>
              <a:rPr lang="en-US" sz="2400" b="1" dirty="0">
                <a:solidFill>
                  <a:srgbClr val="7B8CA6"/>
                </a:solidFill>
                <a:latin typeface="Arial" pitchFamily="34" charset="0"/>
                <a:ea typeface="Arial" pitchFamily="34" charset="-122"/>
                <a:cs typeface="Arial" pitchFamily="34" charset="-120"/>
              </a:rPr>
              <a:t>→</a:t>
            </a:r>
            <a:endParaRPr lang="en-US" sz="2400" dirty="0"/>
          </a:p>
        </p:txBody>
      </p:sp>
      <p:sp>
        <p:nvSpPr>
          <p:cNvPr id="15" name="Text 13"/>
          <p:cNvSpPr/>
          <p:nvPr/>
        </p:nvSpPr>
        <p:spPr>
          <a:xfrm>
            <a:off x="6537960" y="3657600"/>
            <a:ext cx="685800" cy="365760"/>
          </a:xfrm>
          <a:prstGeom prst="rect">
            <a:avLst/>
          </a:prstGeom>
          <a:noFill/>
          <a:ln/>
        </p:spPr>
        <p:txBody>
          <a:bodyPr wrap="square" lIns="0" tIns="0" rIns="0" bIns="0" rtlCol="0" anchor="ctr"/>
          <a:lstStyle/>
          <a:p>
            <a:pPr algn="ctr" indent="0" marL="0">
              <a:buNone/>
            </a:pPr>
            <a:r>
              <a:rPr lang="en-US" sz="1400" b="1" dirty="0">
                <a:solidFill>
                  <a:srgbClr val="7B8CA6"/>
                </a:solidFill>
                <a:latin typeface="Courier New" pitchFamily="34" charset="0"/>
                <a:ea typeface="Courier New" pitchFamily="34" charset="-122"/>
                <a:cs typeface="Courier New" pitchFamily="34" charset="-120"/>
              </a:rPr>
              <a:t>÷ 3</a:t>
            </a:r>
            <a:endParaRPr lang="en-US" sz="1400" dirty="0"/>
          </a:p>
        </p:txBody>
      </p:sp>
      <p:sp>
        <p:nvSpPr>
          <p:cNvPr id="16" name="Text 14"/>
          <p:cNvSpPr/>
          <p:nvPr/>
        </p:nvSpPr>
        <p:spPr>
          <a:xfrm>
            <a:off x="7223760" y="2834640"/>
            <a:ext cx="914400"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ourier New" pitchFamily="34" charset="0"/>
                <a:ea typeface="Courier New" pitchFamily="34" charset="-122"/>
                <a:cs typeface="Courier New" pitchFamily="34" charset="-120"/>
              </a:rPr>
              <a:t>16</a:t>
            </a:r>
            <a:endParaRPr lang="en-US" sz="4000" dirty="0"/>
          </a:p>
        </p:txBody>
      </p:sp>
      <p:sp>
        <p:nvSpPr>
          <p:cNvPr id="17" name="Text 15"/>
          <p:cNvSpPr/>
          <p:nvPr/>
        </p:nvSpPr>
        <p:spPr>
          <a:xfrm>
            <a:off x="8138160" y="2834640"/>
            <a:ext cx="685800" cy="868680"/>
          </a:xfrm>
          <a:prstGeom prst="rect">
            <a:avLst/>
          </a:prstGeom>
          <a:noFill/>
          <a:ln/>
        </p:spPr>
        <p:txBody>
          <a:bodyPr wrap="square" lIns="0" tIns="0" rIns="0" bIns="0" rtlCol="0" anchor="ctr"/>
          <a:lstStyle/>
          <a:p>
            <a:pPr algn="ctr" indent="0" marL="0">
              <a:buNone/>
            </a:pPr>
            <a:r>
              <a:rPr lang="en-US" sz="2400" b="1" dirty="0">
                <a:solidFill>
                  <a:srgbClr val="7B8CA6"/>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8138160" y="3657600"/>
            <a:ext cx="685800" cy="365760"/>
          </a:xfrm>
          <a:prstGeom prst="rect">
            <a:avLst/>
          </a:prstGeom>
          <a:noFill/>
          <a:ln/>
        </p:spPr>
        <p:txBody>
          <a:bodyPr wrap="square" lIns="0" tIns="0" rIns="0" bIns="0" rtlCol="0" anchor="ctr"/>
          <a:lstStyle/>
          <a:p>
            <a:pPr algn="ctr" indent="0" marL="0">
              <a:buNone/>
            </a:pPr>
            <a:r>
              <a:rPr lang="en-US" sz="1400" b="1" dirty="0">
                <a:solidFill>
                  <a:srgbClr val="7B8CA6"/>
                </a:solidFill>
                <a:latin typeface="Courier New" pitchFamily="34" charset="0"/>
                <a:ea typeface="Courier New" pitchFamily="34" charset="-122"/>
                <a:cs typeface="Courier New" pitchFamily="34" charset="-120"/>
              </a:rPr>
              <a:t>− 7</a:t>
            </a:r>
            <a:endParaRPr lang="en-US" sz="1400" dirty="0"/>
          </a:p>
        </p:txBody>
      </p:sp>
      <p:sp>
        <p:nvSpPr>
          <p:cNvPr id="19" name="Text 17"/>
          <p:cNvSpPr/>
          <p:nvPr/>
        </p:nvSpPr>
        <p:spPr>
          <a:xfrm>
            <a:off x="8823960" y="2834640"/>
            <a:ext cx="914400" cy="868680"/>
          </a:xfrm>
          <a:prstGeom prst="rect">
            <a:avLst/>
          </a:prstGeom>
          <a:noFill/>
          <a:ln/>
        </p:spPr>
        <p:txBody>
          <a:bodyPr wrap="square" lIns="0" tIns="0" rIns="0" bIns="0" rtlCol="0" anchor="ctr"/>
          <a:lstStyle/>
          <a:p>
            <a:pPr algn="ctr" indent="0" marL="0">
              <a:buNone/>
            </a:pPr>
            <a:r>
              <a:rPr lang="en-US" sz="4000" b="1" dirty="0">
                <a:solidFill>
                  <a:srgbClr val="E8B84B"/>
                </a:solidFill>
                <a:latin typeface="Courier New" pitchFamily="34" charset="0"/>
                <a:ea typeface="Courier New" pitchFamily="34" charset="-122"/>
                <a:cs typeface="Courier New" pitchFamily="34" charset="-120"/>
              </a:rPr>
              <a:t>9</a:t>
            </a:r>
            <a:endParaRPr lang="en-US" sz="4000" dirty="0"/>
          </a:p>
        </p:txBody>
      </p:sp>
      <p:sp>
        <p:nvSpPr>
          <p:cNvPr id="20" name="Text 18"/>
          <p:cNvSpPr/>
          <p:nvPr/>
        </p:nvSpPr>
        <p:spPr>
          <a:xfrm>
            <a:off x="9738360" y="2834640"/>
            <a:ext cx="685800" cy="868680"/>
          </a:xfrm>
          <a:prstGeom prst="rect">
            <a:avLst/>
          </a:prstGeom>
          <a:noFill/>
          <a:ln/>
        </p:spPr>
        <p:txBody>
          <a:bodyPr wrap="square" lIns="0" tIns="0" rIns="0" bIns="0" rtlCol="0" anchor="ctr"/>
          <a:lstStyle/>
          <a:p>
            <a:pPr algn="ctr" indent="0" marL="0">
              <a:buNone/>
            </a:pPr>
            <a:r>
              <a:rPr lang="en-US" sz="2400" b="1" dirty="0">
                <a:solidFill>
                  <a:srgbClr val="7B8CA6"/>
                </a:solidFill>
                <a:latin typeface="Arial" pitchFamily="34" charset="0"/>
                <a:ea typeface="Arial" pitchFamily="34" charset="-122"/>
                <a:cs typeface="Arial" pitchFamily="34" charset="-120"/>
              </a:rPr>
              <a:t>→</a:t>
            </a:r>
            <a:endParaRPr lang="en-US" sz="2400" dirty="0"/>
          </a:p>
        </p:txBody>
      </p:sp>
      <p:sp>
        <p:nvSpPr>
          <p:cNvPr id="21" name="Text 19"/>
          <p:cNvSpPr/>
          <p:nvPr/>
        </p:nvSpPr>
        <p:spPr>
          <a:xfrm>
            <a:off x="9738360" y="3657600"/>
            <a:ext cx="685800" cy="365760"/>
          </a:xfrm>
          <a:prstGeom prst="rect">
            <a:avLst/>
          </a:prstGeom>
          <a:noFill/>
          <a:ln/>
        </p:spPr>
        <p:txBody>
          <a:bodyPr wrap="square" lIns="0" tIns="0" rIns="0" bIns="0" rtlCol="0" anchor="ctr"/>
          <a:lstStyle/>
          <a:p>
            <a:pPr algn="ctr" indent="0" marL="0">
              <a:buNone/>
            </a:pPr>
            <a:r>
              <a:rPr lang="en-US" sz="1400" b="1" dirty="0">
                <a:solidFill>
                  <a:srgbClr val="7B8CA6"/>
                </a:solidFill>
                <a:latin typeface="Courier New" pitchFamily="34" charset="0"/>
                <a:ea typeface="Courier New" pitchFamily="34" charset="-122"/>
                <a:cs typeface="Courier New" pitchFamily="34" charset="-120"/>
              </a:rPr>
              <a:t>÷ 3</a:t>
            </a:r>
            <a:endParaRPr lang="en-US" sz="1400" dirty="0"/>
          </a:p>
        </p:txBody>
      </p:sp>
      <p:sp>
        <p:nvSpPr>
          <p:cNvPr id="22" name="Text 20"/>
          <p:cNvSpPr/>
          <p:nvPr/>
        </p:nvSpPr>
        <p:spPr>
          <a:xfrm>
            <a:off x="10424160" y="2834640"/>
            <a:ext cx="914400" cy="868680"/>
          </a:xfrm>
          <a:prstGeom prst="rect">
            <a:avLst/>
          </a:prstGeom>
          <a:noFill/>
          <a:ln/>
        </p:spPr>
        <p:txBody>
          <a:bodyPr wrap="square" lIns="0" tIns="0" rIns="0" bIns="0" rtlCol="0" anchor="ctr"/>
          <a:lstStyle/>
          <a:p>
            <a:pPr algn="ctr" indent="0" marL="0">
              <a:buNone/>
            </a:pPr>
            <a:r>
              <a:rPr lang="en-US" sz="4000" b="1" dirty="0">
                <a:solidFill>
                  <a:srgbClr val="E8B84B"/>
                </a:solidFill>
                <a:latin typeface="Courier New" pitchFamily="34" charset="0"/>
                <a:ea typeface="Courier New" pitchFamily="34" charset="-122"/>
                <a:cs typeface="Courier New" pitchFamily="34" charset="-120"/>
              </a:rPr>
              <a:t>3</a:t>
            </a:r>
            <a:endParaRPr lang="en-US" sz="4000" dirty="0"/>
          </a:p>
        </p:txBody>
      </p:sp>
      <p:sp>
        <p:nvSpPr>
          <p:cNvPr id="23" name="Text 21"/>
          <p:cNvSpPr/>
          <p:nvPr/>
        </p:nvSpPr>
        <p:spPr>
          <a:xfrm>
            <a:off x="822960" y="4754880"/>
            <a:ext cx="10545775" cy="548640"/>
          </a:xfrm>
          <a:prstGeom prst="rect">
            <a:avLst/>
          </a:prstGeom>
          <a:noFill/>
          <a:ln/>
        </p:spPr>
        <p:txBody>
          <a:bodyPr wrap="square" lIns="0" tIns="0" rIns="0" bIns="0" rtlCol="0" anchor="ctr"/>
          <a:lstStyle/>
          <a:p>
            <a:pPr algn="l" indent="0" marL="0">
              <a:buNone/>
            </a:pPr>
            <a:r>
              <a:rPr lang="en-US" sz="2800" dirty="0">
                <a:solidFill>
                  <a:srgbClr val="7B8CA6"/>
                </a:solidFill>
                <a:latin typeface="Calibri" pitchFamily="34" charset="0"/>
                <a:ea typeface="Calibri" pitchFamily="34" charset="-122"/>
                <a:cs typeface="Calibri" pitchFamily="34" charset="-120"/>
              </a:rPr>
              <a:t>Seven lines. Every one of them was one small step.</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EVERYTHING WE DID · IN ORDER</a:t>
            </a:r>
            <a:endParaRPr lang="en-US" sz="1600" dirty="0"/>
          </a:p>
        </p:txBody>
      </p:sp>
      <p:sp>
        <p:nvSpPr>
          <p:cNvPr id="3" name="Text 1"/>
          <p:cNvSpPr/>
          <p:nvPr/>
        </p:nvSpPr>
        <p:spPr>
          <a:xfrm>
            <a:off x="822960" y="914400"/>
            <a:ext cx="10545775" cy="868680"/>
          </a:xfrm>
          <a:prstGeom prst="rect">
            <a:avLst/>
          </a:prstGeom>
          <a:noFill/>
          <a:ln/>
        </p:spPr>
        <p:txBody>
          <a:bodyPr wrap="square" lIns="0" tIns="0" rIns="0" bIns="0" rtlCol="0" anchor="t"/>
          <a:lstStyle/>
          <a:p>
            <a:pPr algn="l" indent="0" marL="0">
              <a:lnSpc>
                <a:spcPts val="7200"/>
              </a:lnSpc>
              <a:buNone/>
            </a:pPr>
            <a:r>
              <a:rPr lang="en-US" sz="4200" b="1" spc="-150" kern="0" dirty="0">
                <a:solidFill>
                  <a:srgbClr val="FFFFFF"/>
                </a:solidFill>
                <a:latin typeface="Arial" pitchFamily="34" charset="0"/>
                <a:ea typeface="Arial" pitchFamily="34" charset="-122"/>
                <a:cs typeface="Arial" pitchFamily="34" charset="-120"/>
              </a:rPr>
              <a:t>Here is the whole list.</a:t>
            </a:r>
            <a:endParaRPr lang="en-US" sz="4200" dirty="0"/>
          </a:p>
        </p:txBody>
      </p:sp>
      <p:sp>
        <p:nvSpPr>
          <p:cNvPr id="4" name="Text 2"/>
          <p:cNvSpPr/>
          <p:nvPr/>
        </p:nvSpPr>
        <p:spPr>
          <a:xfrm>
            <a:off x="822960" y="1965960"/>
            <a:ext cx="1143000" cy="603504"/>
          </a:xfrm>
          <a:prstGeom prst="rect">
            <a:avLst/>
          </a:prstGeom>
          <a:noFill/>
          <a:ln/>
        </p:spPr>
        <p:txBody>
          <a:bodyPr wrap="square" lIns="0" tIns="0" rIns="0" bIns="0" rtlCol="0" anchor="ctr"/>
          <a:lstStyle/>
          <a:p>
            <a:pPr algn="l" indent="0" marL="0">
              <a:buNone/>
            </a:pPr>
            <a:r>
              <a:rPr lang="en-US" sz="1600" b="1" spc="100" kern="0" dirty="0">
                <a:solidFill>
                  <a:srgbClr val="7B8CA6"/>
                </a:solidFill>
                <a:latin typeface="Courier New" pitchFamily="34" charset="0"/>
                <a:ea typeface="Courier New" pitchFamily="34" charset="-122"/>
                <a:cs typeface="Courier New" pitchFamily="34" charset="-120"/>
              </a:rPr>
              <a:t>STEP 1</a:t>
            </a:r>
            <a:endParaRPr lang="en-US" sz="1600" dirty="0"/>
          </a:p>
        </p:txBody>
      </p:sp>
      <p:sp>
        <p:nvSpPr>
          <p:cNvPr id="5" name="Text 3"/>
          <p:cNvSpPr/>
          <p:nvPr/>
        </p:nvSpPr>
        <p:spPr>
          <a:xfrm>
            <a:off x="2057400" y="1965960"/>
            <a:ext cx="2514600" cy="603504"/>
          </a:xfrm>
          <a:prstGeom prst="rect">
            <a:avLst/>
          </a:prstGeom>
          <a:noFill/>
          <a:ln/>
        </p:spPr>
        <p:txBody>
          <a:bodyPr wrap="square" lIns="0" tIns="0" rIns="0" bIns="0" rtlCol="0" anchor="ctr"/>
          <a:lstStyle/>
          <a:p>
            <a:pPr algn="l" indent="0" marL="0">
              <a:buNone/>
            </a:pPr>
            <a:r>
              <a:rPr lang="en-US" sz="2500" b="1" dirty="0">
                <a:solidFill>
                  <a:srgbClr val="FFFFFF"/>
                </a:solidFill>
                <a:latin typeface="Arial" pitchFamily="34" charset="0"/>
                <a:ea typeface="Arial" pitchFamily="34" charset="-122"/>
                <a:cs typeface="Arial" pitchFamily="34" charset="-120"/>
              </a:rPr>
              <a:t>Added</a:t>
            </a:r>
            <a:endParaRPr lang="en-US" sz="2500" dirty="0"/>
          </a:p>
        </p:txBody>
      </p:sp>
      <p:sp>
        <p:nvSpPr>
          <p:cNvPr id="6" name="Text 4"/>
          <p:cNvSpPr/>
          <p:nvPr/>
        </p:nvSpPr>
        <p:spPr>
          <a:xfrm>
            <a:off x="4617720" y="1965960"/>
            <a:ext cx="2743200" cy="603504"/>
          </a:xfrm>
          <a:prstGeom prst="rect">
            <a:avLst/>
          </a:prstGeom>
          <a:noFill/>
          <a:ln/>
        </p:spPr>
        <p:txBody>
          <a:bodyPr wrap="square" lIns="0" tIns="0" rIns="0" bIns="0" rtlCol="0" anchor="ctr"/>
          <a:lstStyle/>
          <a:p>
            <a:pPr algn="l" indent="0" marL="0">
              <a:buNone/>
            </a:pPr>
            <a:r>
              <a:rPr lang="en-US" sz="3000" b="1" dirty="0">
                <a:solidFill>
                  <a:srgbClr val="E8B84B"/>
                </a:solidFill>
                <a:latin typeface="Courier New" pitchFamily="34" charset="0"/>
                <a:ea typeface="Courier New" pitchFamily="34" charset="-122"/>
                <a:cs typeface="Courier New" pitchFamily="34" charset="-120"/>
              </a:rPr>
              <a:t>4</a:t>
            </a:r>
            <a:endParaRPr lang="en-US" sz="3000" dirty="0"/>
          </a:p>
        </p:txBody>
      </p:sp>
      <p:sp>
        <p:nvSpPr>
          <p:cNvPr id="7" name="Shape 5"/>
          <p:cNvSpPr/>
          <p:nvPr/>
        </p:nvSpPr>
        <p:spPr>
          <a:xfrm>
            <a:off x="822960" y="2569464"/>
            <a:ext cx="5760720" cy="0"/>
          </a:xfrm>
          <a:prstGeom prst="line">
            <a:avLst/>
          </a:prstGeom>
          <a:noFill/>
          <a:ln w="12700">
            <a:solidFill>
              <a:srgbClr val="24406B"/>
            </a:solidFill>
            <a:prstDash val="solid"/>
          </a:ln>
        </p:spPr>
      </p:sp>
      <p:sp>
        <p:nvSpPr>
          <p:cNvPr id="8" name="Text 6"/>
          <p:cNvSpPr/>
          <p:nvPr/>
        </p:nvSpPr>
        <p:spPr>
          <a:xfrm>
            <a:off x="822960" y="2569464"/>
            <a:ext cx="1143000" cy="603504"/>
          </a:xfrm>
          <a:prstGeom prst="rect">
            <a:avLst/>
          </a:prstGeom>
          <a:noFill/>
          <a:ln/>
        </p:spPr>
        <p:txBody>
          <a:bodyPr wrap="square" lIns="0" tIns="0" rIns="0" bIns="0" rtlCol="0" anchor="ctr"/>
          <a:lstStyle/>
          <a:p>
            <a:pPr algn="l" indent="0" marL="0">
              <a:buNone/>
            </a:pPr>
            <a:r>
              <a:rPr lang="en-US" sz="1600" b="1" spc="100" kern="0" dirty="0">
                <a:solidFill>
                  <a:srgbClr val="7B8CA6"/>
                </a:solidFill>
                <a:latin typeface="Courier New" pitchFamily="34" charset="0"/>
                <a:ea typeface="Courier New" pitchFamily="34" charset="-122"/>
                <a:cs typeface="Courier New" pitchFamily="34" charset="-120"/>
              </a:rPr>
              <a:t>STEP 2</a:t>
            </a:r>
            <a:endParaRPr lang="en-US" sz="1600" dirty="0"/>
          </a:p>
        </p:txBody>
      </p:sp>
      <p:sp>
        <p:nvSpPr>
          <p:cNvPr id="9" name="Text 7"/>
          <p:cNvSpPr/>
          <p:nvPr/>
        </p:nvSpPr>
        <p:spPr>
          <a:xfrm>
            <a:off x="2057400" y="2569464"/>
            <a:ext cx="2514600" cy="603504"/>
          </a:xfrm>
          <a:prstGeom prst="rect">
            <a:avLst/>
          </a:prstGeom>
          <a:noFill/>
          <a:ln/>
        </p:spPr>
        <p:txBody>
          <a:bodyPr wrap="square" lIns="0" tIns="0" rIns="0" bIns="0" rtlCol="0" anchor="ctr"/>
          <a:lstStyle/>
          <a:p>
            <a:pPr algn="l" indent="0" marL="0">
              <a:buNone/>
            </a:pPr>
            <a:r>
              <a:rPr lang="en-US" sz="2500" b="1" dirty="0">
                <a:solidFill>
                  <a:srgbClr val="FFFFFF"/>
                </a:solidFill>
                <a:latin typeface="Arial" pitchFamily="34" charset="0"/>
                <a:ea typeface="Arial" pitchFamily="34" charset="-122"/>
                <a:cs typeface="Arial" pitchFamily="34" charset="-120"/>
              </a:rPr>
              <a:t>Multiplied by</a:t>
            </a:r>
            <a:endParaRPr lang="en-US" sz="2500" dirty="0"/>
          </a:p>
        </p:txBody>
      </p:sp>
      <p:sp>
        <p:nvSpPr>
          <p:cNvPr id="10" name="Text 8"/>
          <p:cNvSpPr/>
          <p:nvPr/>
        </p:nvSpPr>
        <p:spPr>
          <a:xfrm>
            <a:off x="4617720" y="2569464"/>
            <a:ext cx="2743200" cy="603504"/>
          </a:xfrm>
          <a:prstGeom prst="rect">
            <a:avLst/>
          </a:prstGeom>
          <a:noFill/>
          <a:ln/>
        </p:spPr>
        <p:txBody>
          <a:bodyPr wrap="square" lIns="0" tIns="0" rIns="0" bIns="0" rtlCol="0" anchor="ctr"/>
          <a:lstStyle/>
          <a:p>
            <a:pPr algn="l" indent="0" marL="0">
              <a:buNone/>
            </a:pPr>
            <a:r>
              <a:rPr lang="en-US" sz="3000" b="1" dirty="0">
                <a:solidFill>
                  <a:srgbClr val="E8B84B"/>
                </a:solidFill>
                <a:latin typeface="Courier New" pitchFamily="34" charset="0"/>
                <a:ea typeface="Courier New" pitchFamily="34" charset="-122"/>
                <a:cs typeface="Courier New" pitchFamily="34" charset="-120"/>
              </a:rPr>
              <a:t>3</a:t>
            </a:r>
            <a:endParaRPr lang="en-US" sz="3000" dirty="0"/>
          </a:p>
        </p:txBody>
      </p:sp>
      <p:sp>
        <p:nvSpPr>
          <p:cNvPr id="11" name="Shape 9"/>
          <p:cNvSpPr/>
          <p:nvPr/>
        </p:nvSpPr>
        <p:spPr>
          <a:xfrm>
            <a:off x="822960" y="3172968"/>
            <a:ext cx="5760720" cy="0"/>
          </a:xfrm>
          <a:prstGeom prst="line">
            <a:avLst/>
          </a:prstGeom>
          <a:noFill/>
          <a:ln w="12700">
            <a:solidFill>
              <a:srgbClr val="24406B"/>
            </a:solidFill>
            <a:prstDash val="solid"/>
          </a:ln>
        </p:spPr>
      </p:sp>
      <p:sp>
        <p:nvSpPr>
          <p:cNvPr id="12" name="Text 10"/>
          <p:cNvSpPr/>
          <p:nvPr/>
        </p:nvSpPr>
        <p:spPr>
          <a:xfrm>
            <a:off x="822960" y="3172968"/>
            <a:ext cx="1143000" cy="603504"/>
          </a:xfrm>
          <a:prstGeom prst="rect">
            <a:avLst/>
          </a:prstGeom>
          <a:noFill/>
          <a:ln/>
        </p:spPr>
        <p:txBody>
          <a:bodyPr wrap="square" lIns="0" tIns="0" rIns="0" bIns="0" rtlCol="0" anchor="ctr"/>
          <a:lstStyle/>
          <a:p>
            <a:pPr algn="l" indent="0" marL="0">
              <a:buNone/>
            </a:pPr>
            <a:r>
              <a:rPr lang="en-US" sz="1600" b="1" spc="100" kern="0" dirty="0">
                <a:solidFill>
                  <a:srgbClr val="7B8CA6"/>
                </a:solidFill>
                <a:latin typeface="Courier New" pitchFamily="34" charset="0"/>
                <a:ea typeface="Courier New" pitchFamily="34" charset="-122"/>
                <a:cs typeface="Courier New" pitchFamily="34" charset="-120"/>
              </a:rPr>
              <a:t>STEP 3</a:t>
            </a:r>
            <a:endParaRPr lang="en-US" sz="1600" dirty="0"/>
          </a:p>
        </p:txBody>
      </p:sp>
      <p:sp>
        <p:nvSpPr>
          <p:cNvPr id="13" name="Text 11"/>
          <p:cNvSpPr/>
          <p:nvPr/>
        </p:nvSpPr>
        <p:spPr>
          <a:xfrm>
            <a:off x="2057400" y="3172968"/>
            <a:ext cx="2514600" cy="603504"/>
          </a:xfrm>
          <a:prstGeom prst="rect">
            <a:avLst/>
          </a:prstGeom>
          <a:noFill/>
          <a:ln/>
        </p:spPr>
        <p:txBody>
          <a:bodyPr wrap="square" lIns="0" tIns="0" rIns="0" bIns="0" rtlCol="0" anchor="ctr"/>
          <a:lstStyle/>
          <a:p>
            <a:pPr algn="l" indent="0" marL="0">
              <a:buNone/>
            </a:pPr>
            <a:r>
              <a:rPr lang="en-US" sz="2500" b="1" dirty="0">
                <a:solidFill>
                  <a:srgbClr val="FFFFFF"/>
                </a:solidFill>
                <a:latin typeface="Arial" pitchFamily="34" charset="0"/>
                <a:ea typeface="Arial" pitchFamily="34" charset="-122"/>
                <a:cs typeface="Arial" pitchFamily="34" charset="-120"/>
              </a:rPr>
              <a:t>Added</a:t>
            </a:r>
            <a:endParaRPr lang="en-US" sz="2500" dirty="0"/>
          </a:p>
        </p:txBody>
      </p:sp>
      <p:sp>
        <p:nvSpPr>
          <p:cNvPr id="14" name="Text 12"/>
          <p:cNvSpPr/>
          <p:nvPr/>
        </p:nvSpPr>
        <p:spPr>
          <a:xfrm>
            <a:off x="4617720" y="3172968"/>
            <a:ext cx="2743200" cy="603504"/>
          </a:xfrm>
          <a:prstGeom prst="rect">
            <a:avLst/>
          </a:prstGeom>
          <a:noFill/>
          <a:ln/>
        </p:spPr>
        <p:txBody>
          <a:bodyPr wrap="square" lIns="0" tIns="0" rIns="0" bIns="0" rtlCol="0" anchor="ctr"/>
          <a:lstStyle/>
          <a:p>
            <a:pPr algn="l" indent="0" marL="0">
              <a:buNone/>
            </a:pPr>
            <a:r>
              <a:rPr lang="en-US" sz="3000" b="1" dirty="0">
                <a:solidFill>
                  <a:srgbClr val="E8B84B"/>
                </a:solidFill>
                <a:latin typeface="Courier New" pitchFamily="34" charset="0"/>
                <a:ea typeface="Courier New" pitchFamily="34" charset="-122"/>
                <a:cs typeface="Courier New" pitchFamily="34" charset="-120"/>
              </a:rPr>
              <a:t>15</a:t>
            </a:r>
            <a:endParaRPr lang="en-US" sz="3000" dirty="0"/>
          </a:p>
        </p:txBody>
      </p:sp>
      <p:sp>
        <p:nvSpPr>
          <p:cNvPr id="15" name="Shape 13"/>
          <p:cNvSpPr/>
          <p:nvPr/>
        </p:nvSpPr>
        <p:spPr>
          <a:xfrm>
            <a:off x="822960" y="3776472"/>
            <a:ext cx="5760720" cy="0"/>
          </a:xfrm>
          <a:prstGeom prst="line">
            <a:avLst/>
          </a:prstGeom>
          <a:noFill/>
          <a:ln w="12700">
            <a:solidFill>
              <a:srgbClr val="24406B"/>
            </a:solidFill>
            <a:prstDash val="solid"/>
          </a:ln>
        </p:spPr>
      </p:sp>
      <p:sp>
        <p:nvSpPr>
          <p:cNvPr id="16" name="Text 14"/>
          <p:cNvSpPr/>
          <p:nvPr/>
        </p:nvSpPr>
        <p:spPr>
          <a:xfrm>
            <a:off x="822960" y="3776472"/>
            <a:ext cx="1143000" cy="603504"/>
          </a:xfrm>
          <a:prstGeom prst="rect">
            <a:avLst/>
          </a:prstGeom>
          <a:noFill/>
          <a:ln/>
        </p:spPr>
        <p:txBody>
          <a:bodyPr wrap="square" lIns="0" tIns="0" rIns="0" bIns="0" rtlCol="0" anchor="ctr"/>
          <a:lstStyle/>
          <a:p>
            <a:pPr algn="l" indent="0" marL="0">
              <a:buNone/>
            </a:pPr>
            <a:r>
              <a:rPr lang="en-US" sz="1600" b="1" spc="100" kern="0" dirty="0">
                <a:solidFill>
                  <a:srgbClr val="7B8CA6"/>
                </a:solidFill>
                <a:latin typeface="Courier New" pitchFamily="34" charset="0"/>
                <a:ea typeface="Courier New" pitchFamily="34" charset="-122"/>
                <a:cs typeface="Courier New" pitchFamily="34" charset="-120"/>
              </a:rPr>
              <a:t>STEP 4</a:t>
            </a:r>
            <a:endParaRPr lang="en-US" sz="1600" dirty="0"/>
          </a:p>
        </p:txBody>
      </p:sp>
      <p:sp>
        <p:nvSpPr>
          <p:cNvPr id="17" name="Text 15"/>
          <p:cNvSpPr/>
          <p:nvPr/>
        </p:nvSpPr>
        <p:spPr>
          <a:xfrm>
            <a:off x="2057400" y="3776472"/>
            <a:ext cx="2514600" cy="603504"/>
          </a:xfrm>
          <a:prstGeom prst="rect">
            <a:avLst/>
          </a:prstGeom>
          <a:noFill/>
          <a:ln/>
        </p:spPr>
        <p:txBody>
          <a:bodyPr wrap="square" lIns="0" tIns="0" rIns="0" bIns="0" rtlCol="0" anchor="ctr"/>
          <a:lstStyle/>
          <a:p>
            <a:pPr algn="l" indent="0" marL="0">
              <a:buNone/>
            </a:pPr>
            <a:r>
              <a:rPr lang="en-US" sz="2500" b="1" dirty="0">
                <a:solidFill>
                  <a:srgbClr val="FFFFFF"/>
                </a:solidFill>
                <a:latin typeface="Arial" pitchFamily="34" charset="0"/>
                <a:ea typeface="Arial" pitchFamily="34" charset="-122"/>
                <a:cs typeface="Arial" pitchFamily="34" charset="-120"/>
              </a:rPr>
              <a:t>Divided by</a:t>
            </a:r>
            <a:endParaRPr lang="en-US" sz="2500" dirty="0"/>
          </a:p>
        </p:txBody>
      </p:sp>
      <p:sp>
        <p:nvSpPr>
          <p:cNvPr id="18" name="Text 16"/>
          <p:cNvSpPr/>
          <p:nvPr/>
        </p:nvSpPr>
        <p:spPr>
          <a:xfrm>
            <a:off x="4617720" y="3776472"/>
            <a:ext cx="2743200" cy="603504"/>
          </a:xfrm>
          <a:prstGeom prst="rect">
            <a:avLst/>
          </a:prstGeom>
          <a:noFill/>
          <a:ln/>
        </p:spPr>
        <p:txBody>
          <a:bodyPr wrap="square" lIns="0" tIns="0" rIns="0" bIns="0" rtlCol="0" anchor="ctr"/>
          <a:lstStyle/>
          <a:p>
            <a:pPr algn="l" indent="0" marL="0">
              <a:buNone/>
            </a:pPr>
            <a:r>
              <a:rPr lang="en-US" sz="3000" b="1" dirty="0">
                <a:solidFill>
                  <a:srgbClr val="E8B84B"/>
                </a:solidFill>
                <a:latin typeface="Courier New" pitchFamily="34" charset="0"/>
                <a:ea typeface="Courier New" pitchFamily="34" charset="-122"/>
                <a:cs typeface="Courier New" pitchFamily="34" charset="-120"/>
              </a:rPr>
              <a:t>3</a:t>
            </a:r>
            <a:endParaRPr lang="en-US" sz="3000" dirty="0"/>
          </a:p>
        </p:txBody>
      </p:sp>
      <p:sp>
        <p:nvSpPr>
          <p:cNvPr id="19" name="Shape 17"/>
          <p:cNvSpPr/>
          <p:nvPr/>
        </p:nvSpPr>
        <p:spPr>
          <a:xfrm>
            <a:off x="822960" y="4379976"/>
            <a:ext cx="5760720" cy="0"/>
          </a:xfrm>
          <a:prstGeom prst="line">
            <a:avLst/>
          </a:prstGeom>
          <a:noFill/>
          <a:ln w="12700">
            <a:solidFill>
              <a:srgbClr val="24406B"/>
            </a:solidFill>
            <a:prstDash val="solid"/>
          </a:ln>
        </p:spPr>
      </p:sp>
      <p:sp>
        <p:nvSpPr>
          <p:cNvPr id="20" name="Text 18"/>
          <p:cNvSpPr/>
          <p:nvPr/>
        </p:nvSpPr>
        <p:spPr>
          <a:xfrm>
            <a:off x="822960" y="4379976"/>
            <a:ext cx="1143000" cy="603504"/>
          </a:xfrm>
          <a:prstGeom prst="rect">
            <a:avLst/>
          </a:prstGeom>
          <a:noFill/>
          <a:ln/>
        </p:spPr>
        <p:txBody>
          <a:bodyPr wrap="square" lIns="0" tIns="0" rIns="0" bIns="0" rtlCol="0" anchor="ctr"/>
          <a:lstStyle/>
          <a:p>
            <a:pPr algn="l" indent="0" marL="0">
              <a:buNone/>
            </a:pPr>
            <a:r>
              <a:rPr lang="en-US" sz="1600" b="1" spc="100" kern="0" dirty="0">
                <a:solidFill>
                  <a:srgbClr val="7B8CA6"/>
                </a:solidFill>
                <a:latin typeface="Courier New" pitchFamily="34" charset="0"/>
                <a:ea typeface="Courier New" pitchFamily="34" charset="-122"/>
                <a:cs typeface="Courier New" pitchFamily="34" charset="-120"/>
              </a:rPr>
              <a:t>STEP 5</a:t>
            </a:r>
            <a:endParaRPr lang="en-US" sz="1600" dirty="0"/>
          </a:p>
        </p:txBody>
      </p:sp>
      <p:sp>
        <p:nvSpPr>
          <p:cNvPr id="21" name="Text 19"/>
          <p:cNvSpPr/>
          <p:nvPr/>
        </p:nvSpPr>
        <p:spPr>
          <a:xfrm>
            <a:off x="2057400" y="4379976"/>
            <a:ext cx="2514600" cy="603504"/>
          </a:xfrm>
          <a:prstGeom prst="rect">
            <a:avLst/>
          </a:prstGeom>
          <a:noFill/>
          <a:ln/>
        </p:spPr>
        <p:txBody>
          <a:bodyPr wrap="square" lIns="0" tIns="0" rIns="0" bIns="0" rtlCol="0" anchor="ctr"/>
          <a:lstStyle/>
          <a:p>
            <a:pPr algn="l" indent="0" marL="0">
              <a:buNone/>
            </a:pPr>
            <a:r>
              <a:rPr lang="en-US" sz="2500" b="1" dirty="0">
                <a:solidFill>
                  <a:srgbClr val="FFFFFF"/>
                </a:solidFill>
                <a:latin typeface="Arial" pitchFamily="34" charset="0"/>
                <a:ea typeface="Arial" pitchFamily="34" charset="-122"/>
                <a:cs typeface="Arial" pitchFamily="34" charset="-120"/>
              </a:rPr>
              <a:t>Subtracted</a:t>
            </a:r>
            <a:endParaRPr lang="en-US" sz="2500" dirty="0"/>
          </a:p>
        </p:txBody>
      </p:sp>
      <p:sp>
        <p:nvSpPr>
          <p:cNvPr id="22" name="Text 20"/>
          <p:cNvSpPr/>
          <p:nvPr/>
        </p:nvSpPr>
        <p:spPr>
          <a:xfrm>
            <a:off x="4617720" y="4379976"/>
            <a:ext cx="2743200" cy="603504"/>
          </a:xfrm>
          <a:prstGeom prst="rect">
            <a:avLst/>
          </a:prstGeom>
          <a:noFill/>
          <a:ln/>
        </p:spPr>
        <p:txBody>
          <a:bodyPr wrap="square" lIns="0" tIns="0" rIns="0" bIns="0" rtlCol="0" anchor="ctr"/>
          <a:lstStyle/>
          <a:p>
            <a:pPr algn="l" indent="0" marL="0">
              <a:buNone/>
            </a:pPr>
            <a:r>
              <a:rPr lang="en-US" sz="2000" b="1" dirty="0">
                <a:solidFill>
                  <a:srgbClr val="E8B84B"/>
                </a:solidFill>
                <a:latin typeface="Calibri" pitchFamily="34" charset="0"/>
                <a:ea typeface="Calibri" pitchFamily="34" charset="-122"/>
                <a:cs typeface="Calibri" pitchFamily="34" charset="-120"/>
              </a:rPr>
              <a:t>your circled number</a:t>
            </a:r>
            <a:endParaRPr lang="en-US" sz="2000" dirty="0"/>
          </a:p>
        </p:txBody>
      </p:sp>
      <p:sp>
        <p:nvSpPr>
          <p:cNvPr id="23" name="Shape 21"/>
          <p:cNvSpPr/>
          <p:nvPr/>
        </p:nvSpPr>
        <p:spPr>
          <a:xfrm>
            <a:off x="822960" y="4983480"/>
            <a:ext cx="5760720" cy="0"/>
          </a:xfrm>
          <a:prstGeom prst="line">
            <a:avLst/>
          </a:prstGeom>
          <a:noFill/>
          <a:ln w="12700">
            <a:solidFill>
              <a:srgbClr val="24406B"/>
            </a:solidFill>
            <a:prstDash val="solid"/>
          </a:ln>
        </p:spPr>
      </p:sp>
      <p:sp>
        <p:nvSpPr>
          <p:cNvPr id="24" name="Text 22"/>
          <p:cNvSpPr/>
          <p:nvPr/>
        </p:nvSpPr>
        <p:spPr>
          <a:xfrm>
            <a:off x="822960" y="4983480"/>
            <a:ext cx="1143000" cy="603504"/>
          </a:xfrm>
          <a:prstGeom prst="rect">
            <a:avLst/>
          </a:prstGeom>
          <a:noFill/>
          <a:ln/>
        </p:spPr>
        <p:txBody>
          <a:bodyPr wrap="square" lIns="0" tIns="0" rIns="0" bIns="0" rtlCol="0" anchor="ctr"/>
          <a:lstStyle/>
          <a:p>
            <a:pPr algn="l" indent="0" marL="0">
              <a:buNone/>
            </a:pPr>
            <a:r>
              <a:rPr lang="en-US" sz="1600" b="1" spc="100" kern="0" dirty="0">
                <a:solidFill>
                  <a:srgbClr val="7B8CA6"/>
                </a:solidFill>
                <a:latin typeface="Courier New" pitchFamily="34" charset="0"/>
                <a:ea typeface="Courier New" pitchFamily="34" charset="-122"/>
                <a:cs typeface="Courier New" pitchFamily="34" charset="-120"/>
              </a:rPr>
              <a:t>STEP 6</a:t>
            </a:r>
            <a:endParaRPr lang="en-US" sz="1600" dirty="0"/>
          </a:p>
        </p:txBody>
      </p:sp>
      <p:sp>
        <p:nvSpPr>
          <p:cNvPr id="25" name="Text 23"/>
          <p:cNvSpPr/>
          <p:nvPr/>
        </p:nvSpPr>
        <p:spPr>
          <a:xfrm>
            <a:off x="2057400" y="4983480"/>
            <a:ext cx="2514600" cy="603504"/>
          </a:xfrm>
          <a:prstGeom prst="rect">
            <a:avLst/>
          </a:prstGeom>
          <a:noFill/>
          <a:ln/>
        </p:spPr>
        <p:txBody>
          <a:bodyPr wrap="square" lIns="0" tIns="0" rIns="0" bIns="0" rtlCol="0" anchor="ctr"/>
          <a:lstStyle/>
          <a:p>
            <a:pPr algn="l" indent="0" marL="0">
              <a:buNone/>
            </a:pPr>
            <a:r>
              <a:rPr lang="en-US" sz="2500" b="1" dirty="0">
                <a:solidFill>
                  <a:srgbClr val="FFFFFF"/>
                </a:solidFill>
                <a:latin typeface="Arial" pitchFamily="34" charset="0"/>
                <a:ea typeface="Arial" pitchFamily="34" charset="-122"/>
                <a:cs typeface="Arial" pitchFamily="34" charset="-120"/>
              </a:rPr>
              <a:t>Divided by</a:t>
            </a:r>
            <a:endParaRPr lang="en-US" sz="2500" dirty="0"/>
          </a:p>
        </p:txBody>
      </p:sp>
      <p:sp>
        <p:nvSpPr>
          <p:cNvPr id="26" name="Text 24"/>
          <p:cNvSpPr/>
          <p:nvPr/>
        </p:nvSpPr>
        <p:spPr>
          <a:xfrm>
            <a:off x="4617720" y="4983480"/>
            <a:ext cx="2743200" cy="603504"/>
          </a:xfrm>
          <a:prstGeom prst="rect">
            <a:avLst/>
          </a:prstGeom>
          <a:noFill/>
          <a:ln/>
        </p:spPr>
        <p:txBody>
          <a:bodyPr wrap="square" lIns="0" tIns="0" rIns="0" bIns="0" rtlCol="0" anchor="ctr"/>
          <a:lstStyle/>
          <a:p>
            <a:pPr algn="l" indent="0" marL="0">
              <a:buNone/>
            </a:pPr>
            <a:r>
              <a:rPr lang="en-US" sz="3000" b="1" dirty="0">
                <a:solidFill>
                  <a:srgbClr val="E8B84B"/>
                </a:solidFill>
                <a:latin typeface="Courier New" pitchFamily="34" charset="0"/>
                <a:ea typeface="Courier New" pitchFamily="34" charset="-122"/>
                <a:cs typeface="Courier New" pitchFamily="34" charset="-120"/>
              </a:rPr>
              <a:t>3</a:t>
            </a:r>
            <a:endParaRPr lang="en-US" sz="3000" dirty="0"/>
          </a:p>
        </p:txBody>
      </p:sp>
      <p:sp>
        <p:nvSpPr>
          <p:cNvPr id="27" name="Text 25"/>
          <p:cNvSpPr/>
          <p:nvPr/>
        </p:nvSpPr>
        <p:spPr>
          <a:xfrm>
            <a:off x="7360920" y="2103120"/>
            <a:ext cx="4023360" cy="1737360"/>
          </a:xfrm>
          <a:prstGeom prst="rect">
            <a:avLst/>
          </a:prstGeom>
          <a:noFill/>
          <a:ln/>
        </p:spPr>
        <p:txBody>
          <a:bodyPr wrap="square" lIns="0" tIns="0" rIns="0" bIns="0" rtlCol="0" anchor="t"/>
          <a:lstStyle/>
          <a:p>
            <a:pPr algn="l" indent="0" marL="0">
              <a:lnSpc>
                <a:spcPts val="4600"/>
              </a:lnSpc>
              <a:buNone/>
            </a:pPr>
            <a:r>
              <a:rPr lang="en-US" sz="3800" b="1" spc="-100" kern="0" dirty="0">
                <a:solidFill>
                  <a:srgbClr val="E8B84B"/>
                </a:solidFill>
                <a:latin typeface="Arial" pitchFamily="34" charset="0"/>
                <a:ea typeface="Arial" pitchFamily="34" charset="-122"/>
                <a:cs typeface="Arial" pitchFamily="34" charset="-120"/>
              </a:rPr>
              <a:t>Do any of these</a:t>
            </a:r>
            <a:endParaRPr lang="en-US" sz="3800" dirty="0"/>
          </a:p>
          <a:p>
            <a:pPr algn="l" indent="0" marL="0">
              <a:lnSpc>
                <a:spcPts val="4600"/>
              </a:lnSpc>
              <a:buNone/>
            </a:pPr>
            <a:r>
              <a:rPr lang="en-US" sz="3800" b="1" spc="-100" kern="0" dirty="0">
                <a:solidFill>
                  <a:srgbClr val="E8B84B"/>
                </a:solidFill>
                <a:latin typeface="Arial" pitchFamily="34" charset="0"/>
                <a:ea typeface="Arial" pitchFamily="34" charset="-122"/>
                <a:cs typeface="Arial" pitchFamily="34" charset="-120"/>
              </a:rPr>
              <a:t>look like opposites?</a:t>
            </a:r>
            <a:endParaRPr lang="en-US" sz="3800" dirty="0"/>
          </a:p>
        </p:txBody>
      </p:sp>
      <p:sp>
        <p:nvSpPr>
          <p:cNvPr id="28" name="Text 26"/>
          <p:cNvSpPr/>
          <p:nvPr/>
        </p:nvSpPr>
        <p:spPr>
          <a:xfrm>
            <a:off x="7360920" y="3977640"/>
            <a:ext cx="4023360" cy="1371600"/>
          </a:xfrm>
          <a:prstGeom prst="rect">
            <a:avLst/>
          </a:prstGeom>
          <a:noFill/>
          <a:ln/>
        </p:spPr>
        <p:txBody>
          <a:bodyPr wrap="square" lIns="0" tIns="0" rIns="0" bIns="0" rtlCol="0" anchor="t"/>
          <a:lstStyle/>
          <a:p>
            <a:pPr algn="l" indent="0" marL="0">
              <a:lnSpc>
                <a:spcPts val="3000"/>
              </a:lnSpc>
              <a:buNone/>
            </a:pPr>
            <a:r>
              <a:rPr lang="en-US" sz="2100" dirty="0">
                <a:solidFill>
                  <a:srgbClr val="7B8CA6"/>
                </a:solidFill>
                <a:latin typeface="Calibri" pitchFamily="34" charset="0"/>
                <a:ea typeface="Calibri" pitchFamily="34" charset="-122"/>
                <a:cs typeface="Calibri" pitchFamily="34" charset="-120"/>
              </a:rPr>
              <a:t>Is anything on this list</a:t>
            </a:r>
            <a:endParaRPr lang="en-US" sz="2100" dirty="0"/>
          </a:p>
          <a:p>
            <a:pPr algn="l" indent="0" marL="0">
              <a:lnSpc>
                <a:spcPts val="3000"/>
              </a:lnSpc>
              <a:buNone/>
            </a:pPr>
            <a:r>
              <a:rPr lang="en-US" sz="2100" dirty="0">
                <a:solidFill>
                  <a:srgbClr val="7B8CA6"/>
                </a:solidFill>
                <a:latin typeface="Calibri" pitchFamily="34" charset="0"/>
                <a:ea typeface="Calibri" pitchFamily="34" charset="-122"/>
                <a:cs typeface="Calibri" pitchFamily="34" charset="-120"/>
              </a:rPr>
              <a:t>undoing something else</a:t>
            </a:r>
            <a:endParaRPr lang="en-US" sz="2100" dirty="0"/>
          </a:p>
          <a:p>
            <a:pPr algn="l" indent="0" marL="0">
              <a:lnSpc>
                <a:spcPts val="3000"/>
              </a:lnSpc>
              <a:buNone/>
            </a:pPr>
            <a:r>
              <a:rPr lang="en-US" sz="2100" dirty="0">
                <a:solidFill>
                  <a:srgbClr val="7B8CA6"/>
                </a:solidFill>
                <a:latin typeface="Calibri" pitchFamily="34" charset="0"/>
                <a:ea typeface="Calibri" pitchFamily="34" charset="-122"/>
                <a:cs typeface="Calibri" pitchFamily="34" charset="-120"/>
              </a:rPr>
              <a:t>on this list?</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WHAT YOU JUST FOUND HAS A NAME</a:t>
            </a:r>
            <a:endParaRPr lang="en-US" sz="1600" dirty="0"/>
          </a:p>
        </p:txBody>
      </p:sp>
      <p:sp>
        <p:nvSpPr>
          <p:cNvPr id="3" name="Text 1"/>
          <p:cNvSpPr/>
          <p:nvPr/>
        </p:nvSpPr>
        <p:spPr>
          <a:xfrm>
            <a:off x="822960" y="1051560"/>
            <a:ext cx="10545775" cy="1280160"/>
          </a:xfrm>
          <a:prstGeom prst="rect">
            <a:avLst/>
          </a:prstGeom>
          <a:noFill/>
          <a:ln/>
        </p:spPr>
        <p:txBody>
          <a:bodyPr wrap="square" lIns="0" tIns="0" rIns="0" bIns="0" rtlCol="0" anchor="ctr"/>
          <a:lstStyle/>
          <a:p>
            <a:pPr algn="l" indent="0" marL="0">
              <a:buNone/>
            </a:pPr>
            <a:r>
              <a:rPr lang="en-US" sz="7000" b="1" spc="-200" kern="0" dirty="0">
                <a:solidFill>
                  <a:srgbClr val="E8B84B"/>
                </a:solidFill>
                <a:latin typeface="Arial" pitchFamily="34" charset="0"/>
                <a:ea typeface="Arial" pitchFamily="34" charset="-122"/>
                <a:cs typeface="Arial" pitchFamily="34" charset="-120"/>
              </a:rPr>
              <a:t>Inverse operations.</a:t>
            </a:r>
            <a:endParaRPr lang="en-US" sz="7000" dirty="0"/>
          </a:p>
        </p:txBody>
      </p:sp>
      <p:sp>
        <p:nvSpPr>
          <p:cNvPr id="4" name="Text 2"/>
          <p:cNvSpPr/>
          <p:nvPr/>
        </p:nvSpPr>
        <p:spPr>
          <a:xfrm>
            <a:off x="822960" y="2377440"/>
            <a:ext cx="10545775" cy="640080"/>
          </a:xfrm>
          <a:prstGeom prst="rect">
            <a:avLst/>
          </a:prstGeom>
          <a:noFill/>
          <a:ln/>
        </p:spPr>
        <p:txBody>
          <a:bodyPr wrap="square" lIns="0" tIns="0" rIns="0" bIns="0" rtlCol="0" anchor="ctr"/>
          <a:lstStyle/>
          <a:p>
            <a:pPr algn="l" indent="0" marL="0">
              <a:buNone/>
            </a:pPr>
            <a:r>
              <a:rPr lang="en-US" sz="2800" dirty="0">
                <a:solidFill>
                  <a:srgbClr val="FFFFFF"/>
                </a:solidFill>
                <a:latin typeface="Calibri" pitchFamily="34" charset="0"/>
                <a:ea typeface="Calibri" pitchFamily="34" charset="-122"/>
                <a:cs typeface="Calibri" pitchFamily="34" charset="-120"/>
              </a:rPr>
              <a:t>Two operations that undo each other.</a:t>
            </a:r>
            <a:endParaRPr lang="en-US" sz="2800" dirty="0"/>
          </a:p>
        </p:txBody>
      </p:sp>
      <p:sp>
        <p:nvSpPr>
          <p:cNvPr id="5" name="Shape 3"/>
          <p:cNvSpPr/>
          <p:nvPr/>
        </p:nvSpPr>
        <p:spPr>
          <a:xfrm>
            <a:off x="822960" y="3383280"/>
            <a:ext cx="3017520" cy="658368"/>
          </a:xfrm>
          <a:prstGeom prst="roundRect">
            <a:avLst>
              <a:gd name="adj" fmla="val 11111"/>
            </a:avLst>
          </a:prstGeom>
          <a:solidFill>
            <a:srgbClr val="172E4F"/>
          </a:solidFill>
          <a:ln w="12700">
            <a:solidFill>
              <a:srgbClr val="7B8CA6"/>
            </a:solidFill>
            <a:prstDash val="solid"/>
          </a:ln>
        </p:spPr>
      </p:sp>
      <p:sp>
        <p:nvSpPr>
          <p:cNvPr id="6" name="Text 4"/>
          <p:cNvSpPr/>
          <p:nvPr/>
        </p:nvSpPr>
        <p:spPr>
          <a:xfrm>
            <a:off x="822960" y="3383280"/>
            <a:ext cx="3017520"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MULTIPLY BY 3</a:t>
            </a:r>
            <a:endParaRPr lang="en-US" sz="2000" dirty="0"/>
          </a:p>
        </p:txBody>
      </p:sp>
      <p:sp>
        <p:nvSpPr>
          <p:cNvPr id="7" name="Text 5"/>
          <p:cNvSpPr/>
          <p:nvPr/>
        </p:nvSpPr>
        <p:spPr>
          <a:xfrm>
            <a:off x="3931920" y="3383280"/>
            <a:ext cx="1188720" cy="658368"/>
          </a:xfrm>
          <a:prstGeom prst="rect">
            <a:avLst/>
          </a:prstGeom>
          <a:noFill/>
          <a:ln/>
        </p:spPr>
        <p:txBody>
          <a:bodyPr wrap="square" lIns="0" tIns="0" rIns="0" bIns="0" rtlCol="0" anchor="ctr"/>
          <a:lstStyle/>
          <a:p>
            <a:pPr algn="ctr" indent="0" marL="0">
              <a:buNone/>
            </a:pPr>
            <a:r>
              <a:rPr lang="en-US" sz="1700" i="1" dirty="0">
                <a:solidFill>
                  <a:srgbClr val="E8B84B"/>
                </a:solidFill>
                <a:latin typeface="Calibri" pitchFamily="34" charset="0"/>
                <a:ea typeface="Calibri" pitchFamily="34" charset="-122"/>
                <a:cs typeface="Calibri" pitchFamily="34" charset="-120"/>
              </a:rPr>
              <a:t>undoes</a:t>
            </a:r>
            <a:endParaRPr lang="en-US" sz="1700" dirty="0"/>
          </a:p>
        </p:txBody>
      </p:sp>
      <p:sp>
        <p:nvSpPr>
          <p:cNvPr id="8" name="Shape 6"/>
          <p:cNvSpPr/>
          <p:nvPr/>
        </p:nvSpPr>
        <p:spPr>
          <a:xfrm>
            <a:off x="5212080" y="3383280"/>
            <a:ext cx="3017520" cy="658368"/>
          </a:xfrm>
          <a:prstGeom prst="roundRect">
            <a:avLst>
              <a:gd name="adj" fmla="val 11111"/>
            </a:avLst>
          </a:prstGeom>
          <a:solidFill>
            <a:srgbClr val="172E4F"/>
          </a:solidFill>
          <a:ln w="12700">
            <a:solidFill>
              <a:srgbClr val="7B8CA6"/>
            </a:solidFill>
            <a:prstDash val="solid"/>
          </a:ln>
        </p:spPr>
      </p:sp>
      <p:sp>
        <p:nvSpPr>
          <p:cNvPr id="9" name="Text 7"/>
          <p:cNvSpPr/>
          <p:nvPr/>
        </p:nvSpPr>
        <p:spPr>
          <a:xfrm>
            <a:off x="5212080" y="3383280"/>
            <a:ext cx="3017520"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DIVIDE BY 3</a:t>
            </a:r>
            <a:endParaRPr lang="en-US" sz="2000" dirty="0"/>
          </a:p>
        </p:txBody>
      </p:sp>
      <p:sp>
        <p:nvSpPr>
          <p:cNvPr id="10" name="Text 8"/>
          <p:cNvSpPr/>
          <p:nvPr/>
        </p:nvSpPr>
        <p:spPr>
          <a:xfrm>
            <a:off x="8458200" y="3383280"/>
            <a:ext cx="2834640" cy="658368"/>
          </a:xfrm>
          <a:prstGeom prst="rect">
            <a:avLst/>
          </a:prstGeom>
          <a:noFill/>
          <a:ln/>
        </p:spPr>
        <p:txBody>
          <a:bodyPr wrap="square" lIns="0" tIns="0" rIns="0" bIns="0" rtlCol="0" anchor="ctr"/>
          <a:lstStyle/>
          <a:p>
            <a:pPr algn="l" indent="0" marL="0">
              <a:buNone/>
            </a:pPr>
            <a:r>
              <a:rPr lang="en-US" sz="1300" dirty="0">
                <a:solidFill>
                  <a:srgbClr val="7B8CA6"/>
                </a:solidFill>
                <a:latin typeface="Courier New" pitchFamily="34" charset="0"/>
                <a:ea typeface="Courier New" pitchFamily="34" charset="-122"/>
                <a:cs typeface="Courier New" pitchFamily="34" charset="-120"/>
              </a:rPr>
              <a:t>steps 2 and 4</a:t>
            </a:r>
            <a:endParaRPr lang="en-US" sz="1300" dirty="0"/>
          </a:p>
        </p:txBody>
      </p:sp>
      <p:sp>
        <p:nvSpPr>
          <p:cNvPr id="11" name="Shape 9"/>
          <p:cNvSpPr/>
          <p:nvPr/>
        </p:nvSpPr>
        <p:spPr>
          <a:xfrm>
            <a:off x="822960" y="4343400"/>
            <a:ext cx="3017520" cy="658368"/>
          </a:xfrm>
          <a:prstGeom prst="roundRect">
            <a:avLst>
              <a:gd name="adj" fmla="val 11111"/>
            </a:avLst>
          </a:prstGeom>
          <a:solidFill>
            <a:srgbClr val="172E4F"/>
          </a:solidFill>
          <a:ln w="12700">
            <a:solidFill>
              <a:srgbClr val="7B8CA6"/>
            </a:solidFill>
            <a:prstDash val="solid"/>
          </a:ln>
        </p:spPr>
      </p:sp>
      <p:sp>
        <p:nvSpPr>
          <p:cNvPr id="12" name="Text 10"/>
          <p:cNvSpPr/>
          <p:nvPr/>
        </p:nvSpPr>
        <p:spPr>
          <a:xfrm>
            <a:off x="822960" y="4343400"/>
            <a:ext cx="3017520"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ADD 4</a:t>
            </a:r>
            <a:endParaRPr lang="en-US" sz="2000" dirty="0"/>
          </a:p>
        </p:txBody>
      </p:sp>
      <p:sp>
        <p:nvSpPr>
          <p:cNvPr id="13" name="Text 11"/>
          <p:cNvSpPr/>
          <p:nvPr/>
        </p:nvSpPr>
        <p:spPr>
          <a:xfrm>
            <a:off x="3931920" y="4343400"/>
            <a:ext cx="1188720" cy="658368"/>
          </a:xfrm>
          <a:prstGeom prst="rect">
            <a:avLst/>
          </a:prstGeom>
          <a:noFill/>
          <a:ln/>
        </p:spPr>
        <p:txBody>
          <a:bodyPr wrap="square" lIns="0" tIns="0" rIns="0" bIns="0" rtlCol="0" anchor="ctr"/>
          <a:lstStyle/>
          <a:p>
            <a:pPr algn="ctr" indent="0" marL="0">
              <a:buNone/>
            </a:pPr>
            <a:r>
              <a:rPr lang="en-US" sz="1700" i="1" dirty="0">
                <a:solidFill>
                  <a:srgbClr val="E8B84B"/>
                </a:solidFill>
                <a:latin typeface="Calibri" pitchFamily="34" charset="0"/>
                <a:ea typeface="Calibri" pitchFamily="34" charset="-122"/>
                <a:cs typeface="Calibri" pitchFamily="34" charset="-120"/>
              </a:rPr>
              <a:t>undoes</a:t>
            </a:r>
            <a:endParaRPr lang="en-US" sz="1700" dirty="0"/>
          </a:p>
        </p:txBody>
      </p:sp>
      <p:sp>
        <p:nvSpPr>
          <p:cNvPr id="14" name="Shape 12"/>
          <p:cNvSpPr/>
          <p:nvPr/>
        </p:nvSpPr>
        <p:spPr>
          <a:xfrm>
            <a:off x="5212080" y="4343400"/>
            <a:ext cx="3017520" cy="658368"/>
          </a:xfrm>
          <a:prstGeom prst="roundRect">
            <a:avLst>
              <a:gd name="adj" fmla="val 11111"/>
            </a:avLst>
          </a:prstGeom>
          <a:solidFill>
            <a:srgbClr val="172E4F"/>
          </a:solidFill>
          <a:ln w="12700">
            <a:solidFill>
              <a:srgbClr val="7B8CA6"/>
            </a:solidFill>
            <a:prstDash val="solid"/>
          </a:ln>
        </p:spPr>
      </p:sp>
      <p:sp>
        <p:nvSpPr>
          <p:cNvPr id="15" name="Text 13"/>
          <p:cNvSpPr/>
          <p:nvPr/>
        </p:nvSpPr>
        <p:spPr>
          <a:xfrm>
            <a:off x="5212080" y="4343400"/>
            <a:ext cx="3017520"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SUBTRACT 4</a:t>
            </a:r>
            <a:endParaRPr lang="en-US" sz="2000" dirty="0"/>
          </a:p>
        </p:txBody>
      </p:sp>
      <p:sp>
        <p:nvSpPr>
          <p:cNvPr id="16" name="Text 14"/>
          <p:cNvSpPr/>
          <p:nvPr/>
        </p:nvSpPr>
        <p:spPr>
          <a:xfrm>
            <a:off x="8458200" y="4343400"/>
            <a:ext cx="2834640" cy="658368"/>
          </a:xfrm>
          <a:prstGeom prst="rect">
            <a:avLst/>
          </a:prstGeom>
          <a:noFill/>
          <a:ln/>
        </p:spPr>
        <p:txBody>
          <a:bodyPr wrap="square" lIns="0" tIns="0" rIns="0" bIns="0" rtlCol="0" anchor="ctr"/>
          <a:lstStyle/>
          <a:p>
            <a:pPr algn="l" indent="0" marL="0">
              <a:buNone/>
            </a:pPr>
            <a:r>
              <a:rPr lang="en-US" sz="1300" dirty="0">
                <a:solidFill>
                  <a:srgbClr val="7B8CA6"/>
                </a:solidFill>
                <a:latin typeface="Courier New" pitchFamily="34" charset="0"/>
                <a:ea typeface="Courier New" pitchFamily="34" charset="-122"/>
                <a:cs typeface="Courier New" pitchFamily="34" charset="-120"/>
              </a:rPr>
              <a:t>same idea, different pair</a:t>
            </a:r>
            <a:endParaRPr lang="en-US" sz="1300" dirty="0"/>
          </a:p>
        </p:txBody>
      </p:sp>
      <p:sp>
        <p:nvSpPr>
          <p:cNvPr id="17" name="Text 15"/>
          <p:cNvSpPr/>
          <p:nvPr/>
        </p:nvSpPr>
        <p:spPr>
          <a:xfrm>
            <a:off x="822960" y="5486400"/>
            <a:ext cx="10545775" cy="640080"/>
          </a:xfrm>
          <a:prstGeom prst="rect">
            <a:avLst/>
          </a:prstGeom>
          <a:noFill/>
          <a:ln/>
        </p:spPr>
        <p:txBody>
          <a:bodyPr wrap="square" lIns="0" tIns="0" rIns="0" bIns="0" rtlCol="0" anchor="ctr"/>
          <a:lstStyle/>
          <a:p>
            <a:pPr algn="l" indent="0" marL="0">
              <a:buNone/>
            </a:pPr>
            <a:r>
              <a:rPr lang="en-US" sz="2100" dirty="0">
                <a:solidFill>
                  <a:srgbClr val="7B8CA6"/>
                </a:solidFill>
                <a:latin typeface="Calibri" pitchFamily="34" charset="0"/>
                <a:ea typeface="Calibri" pitchFamily="34" charset="-122"/>
                <a:cs typeface="Calibri" pitchFamily="34" charset="-120"/>
              </a:rPr>
              <a:t>You found it before you knew it had a name. That is the normal order.</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OKAY · LET'S TALK ABOUT HOW WE GOT THERE</a:t>
            </a:r>
            <a:endParaRPr lang="en-US" sz="1600" dirty="0"/>
          </a:p>
        </p:txBody>
      </p:sp>
      <p:sp>
        <p:nvSpPr>
          <p:cNvPr id="3" name="Text 1"/>
          <p:cNvSpPr/>
          <p:nvPr/>
        </p:nvSpPr>
        <p:spPr>
          <a:xfrm>
            <a:off x="822960" y="960120"/>
            <a:ext cx="10545775" cy="1097280"/>
          </a:xfrm>
          <a:prstGeom prst="rect">
            <a:avLst/>
          </a:prstGeom>
          <a:noFill/>
          <a:ln/>
        </p:spPr>
        <p:txBody>
          <a:bodyPr wrap="square" lIns="0" tIns="0" rIns="0" bIns="0" rtlCol="0" anchor="t"/>
          <a:lstStyle/>
          <a:p>
            <a:pPr algn="l" indent="0" marL="0">
              <a:lnSpc>
                <a:spcPts val="7200"/>
              </a:lnSpc>
              <a:buNone/>
            </a:pPr>
            <a:r>
              <a:rPr lang="en-US" sz="4600" b="1" spc="-150" kern="0" dirty="0">
                <a:solidFill>
                  <a:srgbClr val="FFFFFF"/>
                </a:solidFill>
                <a:latin typeface="Arial" pitchFamily="34" charset="0"/>
                <a:ea typeface="Arial" pitchFamily="34" charset="-122"/>
                <a:cs typeface="Arial" pitchFamily="34" charset="-120"/>
              </a:rPr>
              <a:t>Nobody started with the same number.</a:t>
            </a:r>
            <a:endParaRPr lang="en-US" sz="4600" dirty="0"/>
          </a:p>
        </p:txBody>
      </p:sp>
      <p:sp>
        <p:nvSpPr>
          <p:cNvPr id="4" name="Shape 2"/>
          <p:cNvSpPr/>
          <p:nvPr/>
        </p:nvSpPr>
        <p:spPr>
          <a:xfrm>
            <a:off x="822960" y="2606040"/>
            <a:ext cx="1325880" cy="1325880"/>
          </a:xfrm>
          <a:prstGeom prst="ellipse">
            <a:avLst/>
          </a:prstGeom>
          <a:solidFill>
            <a:srgbClr val="0B1B33">
              <a:alpha val="0"/>
            </a:srgbClr>
          </a:solidFill>
          <a:ln w="63500">
            <a:solidFill>
              <a:srgbClr val="E8B84B"/>
            </a:solidFill>
            <a:prstDash val="solid"/>
          </a:ln>
        </p:spPr>
      </p:sp>
      <p:sp>
        <p:nvSpPr>
          <p:cNvPr id="5" name="Text 3"/>
          <p:cNvSpPr/>
          <p:nvPr/>
        </p:nvSpPr>
        <p:spPr>
          <a:xfrm>
            <a:off x="822960" y="2606040"/>
            <a:ext cx="1325880" cy="1325880"/>
          </a:xfrm>
          <a:prstGeom prst="rect">
            <a:avLst/>
          </a:prstGeom>
          <a:noFill/>
          <a:ln/>
        </p:spPr>
        <p:txBody>
          <a:bodyPr wrap="square" lIns="0" tIns="0" rIns="0" bIns="0" rtlCol="0" anchor="ctr"/>
          <a:lstStyle/>
          <a:p>
            <a:pPr algn="ctr" indent="0" marL="0">
              <a:buNone/>
            </a:pPr>
            <a:r>
              <a:rPr lang="en-US" sz="5200" b="1" dirty="0">
                <a:solidFill>
                  <a:srgbClr val="E8B84B"/>
                </a:solidFill>
                <a:latin typeface="Courier New" pitchFamily="34" charset="0"/>
                <a:ea typeface="Courier New" pitchFamily="34" charset="-122"/>
                <a:cs typeface="Courier New" pitchFamily="34" charset="-120"/>
              </a:rPr>
              <a:t>2</a:t>
            </a:r>
            <a:endParaRPr lang="en-US" sz="5200" dirty="0"/>
          </a:p>
        </p:txBody>
      </p:sp>
      <p:sp>
        <p:nvSpPr>
          <p:cNvPr id="6" name="Shape 4"/>
          <p:cNvSpPr/>
          <p:nvPr/>
        </p:nvSpPr>
        <p:spPr>
          <a:xfrm>
            <a:off x="2651760" y="2606040"/>
            <a:ext cx="1325880" cy="1325880"/>
          </a:xfrm>
          <a:prstGeom prst="ellipse">
            <a:avLst/>
          </a:prstGeom>
          <a:solidFill>
            <a:srgbClr val="0B1B33">
              <a:alpha val="0"/>
            </a:srgbClr>
          </a:solidFill>
          <a:ln w="63500">
            <a:solidFill>
              <a:srgbClr val="E8B84B"/>
            </a:solidFill>
            <a:prstDash val="solid"/>
          </a:ln>
        </p:spPr>
      </p:sp>
      <p:sp>
        <p:nvSpPr>
          <p:cNvPr id="7" name="Text 5"/>
          <p:cNvSpPr/>
          <p:nvPr/>
        </p:nvSpPr>
        <p:spPr>
          <a:xfrm>
            <a:off x="2651760" y="2606040"/>
            <a:ext cx="1325880" cy="1325880"/>
          </a:xfrm>
          <a:prstGeom prst="rect">
            <a:avLst/>
          </a:prstGeom>
          <a:noFill/>
          <a:ln/>
        </p:spPr>
        <p:txBody>
          <a:bodyPr wrap="square" lIns="0" tIns="0" rIns="0" bIns="0" rtlCol="0" anchor="ctr"/>
          <a:lstStyle/>
          <a:p>
            <a:pPr algn="ctr" indent="0" marL="0">
              <a:buNone/>
            </a:pPr>
            <a:r>
              <a:rPr lang="en-US" sz="5200" b="1" dirty="0">
                <a:solidFill>
                  <a:srgbClr val="E8B84B"/>
                </a:solidFill>
                <a:latin typeface="Courier New" pitchFamily="34" charset="0"/>
                <a:ea typeface="Courier New" pitchFamily="34" charset="-122"/>
                <a:cs typeface="Courier New" pitchFamily="34" charset="-120"/>
              </a:rPr>
              <a:t>7</a:t>
            </a:r>
            <a:endParaRPr lang="en-US" sz="5200" dirty="0"/>
          </a:p>
        </p:txBody>
      </p:sp>
      <p:sp>
        <p:nvSpPr>
          <p:cNvPr id="8" name="Shape 6"/>
          <p:cNvSpPr/>
          <p:nvPr/>
        </p:nvSpPr>
        <p:spPr>
          <a:xfrm>
            <a:off x="4480560" y="2606040"/>
            <a:ext cx="1325880" cy="1325880"/>
          </a:xfrm>
          <a:prstGeom prst="ellipse">
            <a:avLst/>
          </a:prstGeom>
          <a:solidFill>
            <a:srgbClr val="0B1B33">
              <a:alpha val="0"/>
            </a:srgbClr>
          </a:solidFill>
          <a:ln w="63500">
            <a:solidFill>
              <a:srgbClr val="E8B84B"/>
            </a:solidFill>
            <a:prstDash val="solid"/>
          </a:ln>
        </p:spPr>
      </p:sp>
      <p:sp>
        <p:nvSpPr>
          <p:cNvPr id="9" name="Text 7"/>
          <p:cNvSpPr/>
          <p:nvPr/>
        </p:nvSpPr>
        <p:spPr>
          <a:xfrm>
            <a:off x="4480560" y="2606040"/>
            <a:ext cx="1325880" cy="1325880"/>
          </a:xfrm>
          <a:prstGeom prst="rect">
            <a:avLst/>
          </a:prstGeom>
          <a:noFill/>
          <a:ln/>
        </p:spPr>
        <p:txBody>
          <a:bodyPr wrap="square" lIns="0" tIns="0" rIns="0" bIns="0" rtlCol="0" anchor="ctr"/>
          <a:lstStyle/>
          <a:p>
            <a:pPr algn="ctr" indent="0" marL="0">
              <a:buNone/>
            </a:pPr>
            <a:r>
              <a:rPr lang="en-US" sz="5200" b="1" dirty="0">
                <a:solidFill>
                  <a:srgbClr val="E8B84B"/>
                </a:solidFill>
                <a:latin typeface="Courier New" pitchFamily="34" charset="0"/>
                <a:ea typeface="Courier New" pitchFamily="34" charset="-122"/>
                <a:cs typeface="Courier New" pitchFamily="34" charset="-120"/>
              </a:rPr>
              <a:t>4</a:t>
            </a:r>
            <a:endParaRPr lang="en-US" sz="5200" dirty="0"/>
          </a:p>
        </p:txBody>
      </p:sp>
      <p:sp>
        <p:nvSpPr>
          <p:cNvPr id="10" name="Shape 8"/>
          <p:cNvSpPr/>
          <p:nvPr/>
        </p:nvSpPr>
        <p:spPr>
          <a:xfrm>
            <a:off x="6309360" y="2606040"/>
            <a:ext cx="1325880" cy="1325880"/>
          </a:xfrm>
          <a:prstGeom prst="ellipse">
            <a:avLst/>
          </a:prstGeom>
          <a:solidFill>
            <a:srgbClr val="0B1B33">
              <a:alpha val="0"/>
            </a:srgbClr>
          </a:solidFill>
          <a:ln w="63500">
            <a:solidFill>
              <a:srgbClr val="E8B84B"/>
            </a:solidFill>
            <a:prstDash val="solid"/>
          </a:ln>
        </p:spPr>
      </p:sp>
      <p:sp>
        <p:nvSpPr>
          <p:cNvPr id="11" name="Text 9"/>
          <p:cNvSpPr/>
          <p:nvPr/>
        </p:nvSpPr>
        <p:spPr>
          <a:xfrm>
            <a:off x="6309360" y="2606040"/>
            <a:ext cx="1325880" cy="1325880"/>
          </a:xfrm>
          <a:prstGeom prst="rect">
            <a:avLst/>
          </a:prstGeom>
          <a:noFill/>
          <a:ln/>
        </p:spPr>
        <p:txBody>
          <a:bodyPr wrap="square" lIns="0" tIns="0" rIns="0" bIns="0" rtlCol="0" anchor="ctr"/>
          <a:lstStyle/>
          <a:p>
            <a:pPr algn="ctr" indent="0" marL="0">
              <a:buNone/>
            </a:pPr>
            <a:r>
              <a:rPr lang="en-US" sz="5200" b="1" dirty="0">
                <a:solidFill>
                  <a:srgbClr val="E8B84B"/>
                </a:solidFill>
                <a:latin typeface="Courier New" pitchFamily="34" charset="0"/>
                <a:ea typeface="Courier New" pitchFamily="34" charset="-122"/>
                <a:cs typeface="Courier New" pitchFamily="34" charset="-120"/>
              </a:rPr>
              <a:t>9</a:t>
            </a:r>
            <a:endParaRPr lang="en-US" sz="5200" dirty="0"/>
          </a:p>
        </p:txBody>
      </p:sp>
      <p:sp>
        <p:nvSpPr>
          <p:cNvPr id="12" name="Shape 10"/>
          <p:cNvSpPr/>
          <p:nvPr/>
        </p:nvSpPr>
        <p:spPr>
          <a:xfrm>
            <a:off x="8138160" y="2606040"/>
            <a:ext cx="1325880" cy="1325880"/>
          </a:xfrm>
          <a:prstGeom prst="ellipse">
            <a:avLst/>
          </a:prstGeom>
          <a:solidFill>
            <a:srgbClr val="0B1B33">
              <a:alpha val="0"/>
            </a:srgbClr>
          </a:solidFill>
          <a:ln w="63500">
            <a:solidFill>
              <a:srgbClr val="E8B84B"/>
            </a:solidFill>
            <a:prstDash val="solid"/>
          </a:ln>
        </p:spPr>
      </p:sp>
      <p:sp>
        <p:nvSpPr>
          <p:cNvPr id="13" name="Text 11"/>
          <p:cNvSpPr/>
          <p:nvPr/>
        </p:nvSpPr>
        <p:spPr>
          <a:xfrm>
            <a:off x="8138160" y="2606040"/>
            <a:ext cx="1325880" cy="1325880"/>
          </a:xfrm>
          <a:prstGeom prst="rect">
            <a:avLst/>
          </a:prstGeom>
          <a:noFill/>
          <a:ln/>
        </p:spPr>
        <p:txBody>
          <a:bodyPr wrap="square" lIns="0" tIns="0" rIns="0" bIns="0" rtlCol="0" anchor="ctr"/>
          <a:lstStyle/>
          <a:p>
            <a:pPr algn="ctr" indent="0" marL="0">
              <a:buNone/>
            </a:pPr>
            <a:r>
              <a:rPr lang="en-US" sz="5200" b="1" dirty="0">
                <a:solidFill>
                  <a:srgbClr val="E8B84B"/>
                </a:solidFill>
                <a:latin typeface="Courier New" pitchFamily="34" charset="0"/>
                <a:ea typeface="Courier New" pitchFamily="34" charset="-122"/>
                <a:cs typeface="Courier New" pitchFamily="34" charset="-120"/>
              </a:rPr>
              <a:t>5</a:t>
            </a:r>
            <a:endParaRPr lang="en-US" sz="5200" dirty="0"/>
          </a:p>
        </p:txBody>
      </p:sp>
      <p:sp>
        <p:nvSpPr>
          <p:cNvPr id="14" name="Text 12"/>
          <p:cNvSpPr/>
          <p:nvPr/>
        </p:nvSpPr>
        <p:spPr>
          <a:xfrm>
            <a:off x="10058400" y="2606040"/>
            <a:ext cx="2377440" cy="1325880"/>
          </a:xfrm>
          <a:prstGeom prst="rect">
            <a:avLst/>
          </a:prstGeom>
          <a:noFill/>
          <a:ln/>
        </p:spPr>
        <p:txBody>
          <a:bodyPr wrap="square" lIns="0" tIns="0" rIns="0" bIns="0" rtlCol="0" anchor="ctr"/>
          <a:lstStyle/>
          <a:p>
            <a:pPr algn="l" indent="0" marL="0">
              <a:lnSpc>
                <a:spcPts val="2600"/>
              </a:lnSpc>
              <a:buNone/>
            </a:pPr>
            <a:r>
              <a:rPr lang="en-US" sz="2000" dirty="0">
                <a:solidFill>
                  <a:srgbClr val="7B8CA6"/>
                </a:solidFill>
                <a:latin typeface="Calibri" pitchFamily="34" charset="0"/>
                <a:ea typeface="Calibri" pitchFamily="34" charset="-122"/>
                <a:cs typeface="Calibri" pitchFamily="34" charset="-120"/>
              </a:rPr>
              <a:t>…and everybody still landed on 3.</a:t>
            </a:r>
            <a:endParaRPr lang="en-US" sz="2000" dirty="0"/>
          </a:p>
        </p:txBody>
      </p:sp>
      <p:sp>
        <p:nvSpPr>
          <p:cNvPr id="15" name="Text 13"/>
          <p:cNvSpPr/>
          <p:nvPr/>
        </p:nvSpPr>
        <p:spPr>
          <a:xfrm>
            <a:off x="822960" y="4617720"/>
            <a:ext cx="10545775" cy="914400"/>
          </a:xfrm>
          <a:prstGeom prst="rect">
            <a:avLst/>
          </a:prstGeom>
          <a:noFill/>
          <a:ln/>
        </p:spPr>
        <p:txBody>
          <a:bodyPr wrap="square" lIns="0" tIns="0" rIns="0" bIns="0" rtlCol="0" anchor="ctr"/>
          <a:lstStyle/>
          <a:p>
            <a:pPr algn="l" indent="0" marL="0">
              <a:buNone/>
            </a:pPr>
            <a:r>
              <a:rPr lang="en-US" sz="3800" b="1" spc="-50" kern="0" dirty="0">
                <a:solidFill>
                  <a:srgbClr val="FFFFFF"/>
                </a:solidFill>
                <a:latin typeface="Arial" pitchFamily="34" charset="0"/>
                <a:ea typeface="Arial" pitchFamily="34" charset="-122"/>
                <a:cs typeface="Arial" pitchFamily="34" charset="-120"/>
              </a:rPr>
              <a:t>So how do I write math that works for all of them at once?</a:t>
            </a:r>
            <a:endParaRPr lang="en-US" sz="3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PLACEHOLDER</a:t>
            </a:r>
            <a:endParaRPr lang="en-US" sz="1600" dirty="0"/>
          </a:p>
        </p:txBody>
      </p:sp>
      <p:sp>
        <p:nvSpPr>
          <p:cNvPr id="3" name="Text 1"/>
          <p:cNvSpPr/>
          <p:nvPr/>
        </p:nvSpPr>
        <p:spPr>
          <a:xfrm>
            <a:off x="822960" y="960120"/>
            <a:ext cx="10545775" cy="1097280"/>
          </a:xfrm>
          <a:prstGeom prst="rect">
            <a:avLst/>
          </a:prstGeom>
          <a:noFill/>
          <a:ln/>
        </p:spPr>
        <p:txBody>
          <a:bodyPr wrap="square" lIns="0" tIns="0" rIns="0" bIns="0" rtlCol="0" anchor="t"/>
          <a:lstStyle/>
          <a:p>
            <a:pPr algn="l" indent="0" marL="0">
              <a:lnSpc>
                <a:spcPts val="7200"/>
              </a:lnSpc>
              <a:buNone/>
            </a:pPr>
            <a:r>
              <a:rPr lang="en-US" sz="5000" b="1" spc="-150" kern="0" dirty="0">
                <a:solidFill>
                  <a:srgbClr val="FFFFFF"/>
                </a:solidFill>
                <a:latin typeface="Arial" pitchFamily="34" charset="0"/>
                <a:ea typeface="Arial" pitchFamily="34" charset="-122"/>
                <a:cs typeface="Arial" pitchFamily="34" charset="-120"/>
              </a:rPr>
              <a:t>You use a placeholder.</a:t>
            </a:r>
            <a:endParaRPr lang="en-US" sz="5000" dirty="0"/>
          </a:p>
        </p:txBody>
      </p:sp>
      <p:sp>
        <p:nvSpPr>
          <p:cNvPr id="4" name="Shape 2"/>
          <p:cNvSpPr/>
          <p:nvPr/>
        </p:nvSpPr>
        <p:spPr>
          <a:xfrm>
            <a:off x="960120" y="2697480"/>
            <a:ext cx="1463040" cy="1463040"/>
          </a:xfrm>
          <a:prstGeom prst="ellipse">
            <a:avLst/>
          </a:prstGeom>
          <a:solidFill>
            <a:srgbClr val="0B1B33">
              <a:alpha val="0"/>
            </a:srgbClr>
          </a:solidFill>
          <a:ln w="76200">
            <a:solidFill>
              <a:srgbClr val="E8B84B"/>
            </a:solidFill>
            <a:prstDash val="solid"/>
          </a:ln>
        </p:spPr>
      </p:sp>
      <p:sp>
        <p:nvSpPr>
          <p:cNvPr id="5" name="Text 3"/>
          <p:cNvSpPr/>
          <p:nvPr/>
        </p:nvSpPr>
        <p:spPr>
          <a:xfrm>
            <a:off x="2697480" y="2697480"/>
            <a:ext cx="1005840" cy="1463040"/>
          </a:xfrm>
          <a:prstGeom prst="rect">
            <a:avLst/>
          </a:prstGeom>
          <a:noFill/>
          <a:ln/>
        </p:spPr>
        <p:txBody>
          <a:bodyPr wrap="square" lIns="0" tIns="0" rIns="0" bIns="0" rtlCol="0" anchor="ctr"/>
          <a:lstStyle/>
          <a:p>
            <a:pPr algn="ctr" indent="0" marL="0">
              <a:buNone/>
            </a:pPr>
            <a:r>
              <a:rPr lang="en-US" sz="4000" b="1" dirty="0">
                <a:solidFill>
                  <a:srgbClr val="7B8CA6"/>
                </a:solidFill>
                <a:latin typeface="Arial" pitchFamily="34" charset="0"/>
                <a:ea typeface="Arial" pitchFamily="34" charset="-122"/>
                <a:cs typeface="Arial" pitchFamily="34" charset="-120"/>
              </a:rPr>
              <a:t>→</a:t>
            </a:r>
            <a:endParaRPr lang="en-US" sz="4000" dirty="0"/>
          </a:p>
        </p:txBody>
      </p:sp>
      <p:sp>
        <p:nvSpPr>
          <p:cNvPr id="6" name="Text 4"/>
          <p:cNvSpPr/>
          <p:nvPr/>
        </p:nvSpPr>
        <p:spPr>
          <a:xfrm>
            <a:off x="3794760" y="2697480"/>
            <a:ext cx="1463040" cy="1463040"/>
          </a:xfrm>
          <a:prstGeom prst="rect">
            <a:avLst/>
          </a:prstGeom>
          <a:noFill/>
          <a:ln/>
        </p:spPr>
        <p:txBody>
          <a:bodyPr wrap="square" lIns="0" tIns="0" rIns="0" bIns="0" rtlCol="0" anchor="ctr"/>
          <a:lstStyle/>
          <a:p>
            <a:pPr algn="ctr" indent="0" marL="0">
              <a:buNone/>
            </a:pPr>
            <a:r>
              <a:rPr lang="en-US" sz="11000" b="1" dirty="0">
                <a:solidFill>
                  <a:srgbClr val="E8B84B"/>
                </a:solidFill>
                <a:latin typeface="Courier New" pitchFamily="34" charset="0"/>
                <a:ea typeface="Courier New" pitchFamily="34" charset="-122"/>
                <a:cs typeface="Courier New" pitchFamily="34" charset="-120"/>
              </a:rPr>
              <a:t>x</a:t>
            </a:r>
            <a:endParaRPr lang="en-US" sz="11000" dirty="0"/>
          </a:p>
        </p:txBody>
      </p:sp>
      <p:sp>
        <p:nvSpPr>
          <p:cNvPr id="7" name="Text 5"/>
          <p:cNvSpPr/>
          <p:nvPr/>
        </p:nvSpPr>
        <p:spPr>
          <a:xfrm>
            <a:off x="822960" y="4297680"/>
            <a:ext cx="1737360" cy="548640"/>
          </a:xfrm>
          <a:prstGeom prst="rect">
            <a:avLst/>
          </a:prstGeom>
          <a:noFill/>
          <a:ln/>
        </p:spPr>
        <p:txBody>
          <a:bodyPr wrap="square" lIns="0" tIns="0" rIns="0" bIns="0" rtlCol="0" anchor="t"/>
          <a:lstStyle/>
          <a:p>
            <a:pPr algn="ctr" indent="0" marL="0">
              <a:lnSpc>
                <a:spcPts val="1500"/>
              </a:lnSpc>
              <a:buNone/>
            </a:pPr>
            <a:r>
              <a:rPr lang="en-US" sz="1200" b="1" spc="100" kern="0" dirty="0">
                <a:solidFill>
                  <a:srgbClr val="7B8CA6"/>
                </a:solidFill>
                <a:latin typeface="Courier New" pitchFamily="34" charset="0"/>
                <a:ea typeface="Courier New" pitchFamily="34" charset="-122"/>
                <a:cs typeface="Courier New" pitchFamily="34" charset="-120"/>
              </a:rPr>
              <a:t>THE CIRCLE ON YOUR PAPER</a:t>
            </a:r>
            <a:endParaRPr lang="en-US" sz="1200" dirty="0"/>
          </a:p>
        </p:txBody>
      </p:sp>
      <p:sp>
        <p:nvSpPr>
          <p:cNvPr id="8" name="Text 6"/>
          <p:cNvSpPr/>
          <p:nvPr/>
        </p:nvSpPr>
        <p:spPr>
          <a:xfrm>
            <a:off x="3566160" y="4297680"/>
            <a:ext cx="1920240" cy="548640"/>
          </a:xfrm>
          <a:prstGeom prst="rect">
            <a:avLst/>
          </a:prstGeom>
          <a:noFill/>
          <a:ln/>
        </p:spPr>
        <p:txBody>
          <a:bodyPr wrap="square" lIns="0" tIns="0" rIns="0" bIns="0" rtlCol="0" anchor="t"/>
          <a:lstStyle/>
          <a:p>
            <a:pPr algn="ctr" indent="0" marL="0">
              <a:lnSpc>
                <a:spcPts val="1500"/>
              </a:lnSpc>
              <a:buNone/>
            </a:pPr>
            <a:r>
              <a:rPr lang="en-US" sz="1200" b="1" spc="100" kern="0" dirty="0">
                <a:solidFill>
                  <a:srgbClr val="7B8CA6"/>
                </a:solidFill>
                <a:latin typeface="Courier New" pitchFamily="34" charset="0"/>
                <a:ea typeface="Courier New" pitchFamily="34" charset="-122"/>
                <a:cs typeface="Courier New" pitchFamily="34" charset="-120"/>
              </a:rPr>
              <a:t>THE SAME IDEA, WRITTEN DOWN</a:t>
            </a:r>
            <a:endParaRPr lang="en-US" sz="1200" dirty="0"/>
          </a:p>
        </p:txBody>
      </p:sp>
      <p:sp>
        <p:nvSpPr>
          <p:cNvPr id="9" name="Text 7"/>
          <p:cNvSpPr/>
          <p:nvPr/>
        </p:nvSpPr>
        <p:spPr>
          <a:xfrm>
            <a:off x="6400800" y="2606040"/>
            <a:ext cx="4937760" cy="822960"/>
          </a:xfrm>
          <a:prstGeom prst="rect">
            <a:avLst/>
          </a:prstGeom>
          <a:noFill/>
          <a:ln/>
        </p:spPr>
        <p:txBody>
          <a:bodyPr wrap="square" lIns="0" tIns="0" rIns="0" bIns="0" rtlCol="0" anchor="ctr"/>
          <a:lstStyle/>
          <a:p>
            <a:pPr algn="l" indent="0" marL="0">
              <a:buNone/>
            </a:pPr>
            <a:r>
              <a:rPr lang="en-US" sz="4400" b="1" spc="-100" kern="0" dirty="0">
                <a:solidFill>
                  <a:srgbClr val="FFFFFF"/>
                </a:solidFill>
                <a:latin typeface="Arial" pitchFamily="34" charset="0"/>
                <a:ea typeface="Arial" pitchFamily="34" charset="-122"/>
                <a:cs typeface="Arial" pitchFamily="34" charset="-120"/>
              </a:rPr>
              <a:t>That is a variable.</a:t>
            </a:r>
            <a:endParaRPr lang="en-US" sz="4400" dirty="0"/>
          </a:p>
        </p:txBody>
      </p:sp>
      <p:sp>
        <p:nvSpPr>
          <p:cNvPr id="10" name="Text 8"/>
          <p:cNvSpPr/>
          <p:nvPr/>
        </p:nvSpPr>
        <p:spPr>
          <a:xfrm>
            <a:off x="6400800" y="3520440"/>
            <a:ext cx="4937760" cy="1280160"/>
          </a:xfrm>
          <a:prstGeom prst="rect">
            <a:avLst/>
          </a:prstGeom>
          <a:noFill/>
          <a:ln/>
        </p:spPr>
        <p:txBody>
          <a:bodyPr wrap="square" lIns="0" tIns="0" rIns="0" bIns="0" rtlCol="0" anchor="t"/>
          <a:lstStyle/>
          <a:p>
            <a:pPr algn="l" indent="0" marL="0">
              <a:lnSpc>
                <a:spcPts val="3200"/>
              </a:lnSpc>
              <a:buNone/>
            </a:pPr>
            <a:r>
              <a:rPr lang="en-US" sz="2300" dirty="0">
                <a:solidFill>
                  <a:srgbClr val="E8B84B"/>
                </a:solidFill>
                <a:latin typeface="Calibri" pitchFamily="34" charset="0"/>
                <a:ea typeface="Calibri" pitchFamily="34" charset="-122"/>
                <a:cs typeface="Calibri" pitchFamily="34" charset="-120"/>
              </a:rPr>
              <a:t>It just means something that changes —</a:t>
            </a:r>
            <a:endParaRPr lang="en-US" sz="2300" dirty="0"/>
          </a:p>
          <a:p>
            <a:pPr algn="l" indent="0" marL="0">
              <a:lnSpc>
                <a:spcPts val="3200"/>
              </a:lnSpc>
              <a:buNone/>
            </a:pPr>
            <a:r>
              <a:rPr lang="en-US" sz="2300" dirty="0">
                <a:solidFill>
                  <a:srgbClr val="E8B84B"/>
                </a:solidFill>
                <a:latin typeface="Calibri" pitchFamily="34" charset="0"/>
                <a:ea typeface="Calibri" pitchFamily="34" charset="-122"/>
                <a:cs typeface="Calibri" pitchFamily="34" charset="-120"/>
              </a:rPr>
              <a:t>like the number you started with.</a:t>
            </a:r>
            <a:endParaRPr lang="en-US" sz="2300" dirty="0"/>
          </a:p>
        </p:txBody>
      </p:sp>
      <p:sp>
        <p:nvSpPr>
          <p:cNvPr id="11" name="Text 9"/>
          <p:cNvSpPr/>
          <p:nvPr/>
        </p:nvSpPr>
        <p:spPr>
          <a:xfrm>
            <a:off x="822960" y="5394960"/>
            <a:ext cx="10545775" cy="731520"/>
          </a:xfrm>
          <a:prstGeom prst="rect">
            <a:avLst/>
          </a:prstGeom>
          <a:noFill/>
          <a:ln/>
        </p:spPr>
        <p:txBody>
          <a:bodyPr wrap="square" lIns="0" tIns="0" rIns="0" bIns="0" rtlCol="0" anchor="ctr"/>
          <a:lstStyle/>
          <a:p>
            <a:pPr algn="l" indent="0" marL="0">
              <a:buNone/>
            </a:pPr>
            <a:r>
              <a:rPr lang="en-US" sz="2100" dirty="0">
                <a:solidFill>
                  <a:srgbClr val="7B8CA6"/>
                </a:solidFill>
                <a:latin typeface="Calibri" pitchFamily="34" charset="0"/>
                <a:ea typeface="Calibri" pitchFamily="34" charset="-122"/>
                <a:cs typeface="Calibri" pitchFamily="34" charset="-120"/>
              </a:rPr>
              <a:t>It is not a new kind of math. It is a spot on the page saving a seat for whatever number you brought.</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REPLAY · SAME STEPS, ANY STARTING NUMBER</a:t>
            </a:r>
            <a:endParaRPr lang="en-US" sz="1600" dirty="0"/>
          </a:p>
        </p:txBody>
      </p:sp>
      <p:sp>
        <p:nvSpPr>
          <p:cNvPr id="3" name="Text 1"/>
          <p:cNvSpPr/>
          <p:nvPr/>
        </p:nvSpPr>
        <p:spPr>
          <a:xfrm>
            <a:off x="822960" y="960120"/>
            <a:ext cx="10545775" cy="1005840"/>
          </a:xfrm>
          <a:prstGeom prst="rect">
            <a:avLst/>
          </a:prstGeom>
          <a:noFill/>
          <a:ln/>
        </p:spPr>
        <p:txBody>
          <a:bodyPr wrap="square" lIns="0" tIns="0" rIns="0" bIns="0" rtlCol="0" anchor="t"/>
          <a:lstStyle/>
          <a:p>
            <a:pPr algn="l" indent="0" marL="0">
              <a:lnSpc>
                <a:spcPts val="7200"/>
              </a:lnSpc>
              <a:buNone/>
            </a:pPr>
            <a:r>
              <a:rPr lang="en-US" sz="5000" b="1" spc="-150" kern="0" dirty="0">
                <a:solidFill>
                  <a:srgbClr val="FFFFFF"/>
                </a:solidFill>
                <a:latin typeface="Arial" pitchFamily="34" charset="0"/>
                <a:ea typeface="Arial" pitchFamily="34" charset="-122"/>
                <a:cs typeface="Arial" pitchFamily="34" charset="-120"/>
              </a:rPr>
              <a:t>Now watch it with x.</a:t>
            </a:r>
            <a:endParaRPr lang="en-US" sz="5000" dirty="0"/>
          </a:p>
        </p:txBody>
      </p:sp>
      <p:sp>
        <p:nvSpPr>
          <p:cNvPr id="4" name="Text 2"/>
          <p:cNvSpPr/>
          <p:nvPr/>
        </p:nvSpPr>
        <p:spPr>
          <a:xfrm>
            <a:off x="822960" y="1993392"/>
            <a:ext cx="4572000" cy="292608"/>
          </a:xfrm>
          <a:prstGeom prst="rect">
            <a:avLst/>
          </a:prstGeom>
          <a:noFill/>
          <a:ln/>
        </p:spPr>
        <p:txBody>
          <a:bodyPr wrap="square" lIns="0" tIns="0" rIns="0" bIns="0" rtlCol="0" anchor="ctr"/>
          <a:lstStyle/>
          <a:p>
            <a:pPr algn="l" indent="0" marL="0">
              <a:buNone/>
            </a:pPr>
            <a:r>
              <a:rPr lang="en-US" sz="1300" b="1" spc="200" kern="0" dirty="0">
                <a:solidFill>
                  <a:srgbClr val="7B8CA6"/>
                </a:solidFill>
                <a:latin typeface="Courier New" pitchFamily="34" charset="0"/>
                <a:ea typeface="Courier New" pitchFamily="34" charset="-122"/>
                <a:cs typeface="Courier New" pitchFamily="34" charset="-120"/>
              </a:rPr>
              <a:t>STARTED WITH 7</a:t>
            </a:r>
            <a:endParaRPr lang="en-US" sz="1300" dirty="0"/>
          </a:p>
        </p:txBody>
      </p:sp>
      <p:sp>
        <p:nvSpPr>
          <p:cNvPr id="5" name="Text 3"/>
          <p:cNvSpPr/>
          <p:nvPr/>
        </p:nvSpPr>
        <p:spPr>
          <a:xfrm>
            <a:off x="822960" y="2377440"/>
            <a:ext cx="1005840" cy="640080"/>
          </a:xfrm>
          <a:prstGeom prst="rect">
            <a:avLst/>
          </a:prstGeom>
          <a:noFill/>
          <a:ln/>
        </p:spPr>
        <p:txBody>
          <a:bodyPr wrap="square" lIns="0" tIns="0" rIns="0" bIns="0" rtlCol="0" anchor="ctr"/>
          <a:lstStyle/>
          <a:p>
            <a:pPr algn="ctr" indent="0" marL="0">
              <a:buNone/>
            </a:pPr>
            <a:r>
              <a:rPr lang="en-US" sz="2600" b="1" dirty="0">
                <a:solidFill>
                  <a:srgbClr val="4E617E"/>
                </a:solidFill>
                <a:latin typeface="Courier New" pitchFamily="34" charset="0"/>
                <a:ea typeface="Courier New" pitchFamily="34" charset="-122"/>
                <a:cs typeface="Courier New" pitchFamily="34" charset="-120"/>
              </a:rPr>
              <a:t>7</a:t>
            </a:r>
            <a:endParaRPr lang="en-US" sz="2600" dirty="0"/>
          </a:p>
        </p:txBody>
      </p:sp>
      <p:sp>
        <p:nvSpPr>
          <p:cNvPr id="6" name="Text 4"/>
          <p:cNvSpPr/>
          <p:nvPr/>
        </p:nvSpPr>
        <p:spPr>
          <a:xfrm>
            <a:off x="1828800" y="237744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2377440" y="2377440"/>
            <a:ext cx="1005840" cy="640080"/>
          </a:xfrm>
          <a:prstGeom prst="rect">
            <a:avLst/>
          </a:prstGeom>
          <a:noFill/>
          <a:ln/>
        </p:spPr>
        <p:txBody>
          <a:bodyPr wrap="square" lIns="0" tIns="0" rIns="0" bIns="0" rtlCol="0" anchor="ctr"/>
          <a:lstStyle/>
          <a:p>
            <a:pPr algn="ctr" indent="0" marL="0">
              <a:buNone/>
            </a:pPr>
            <a:r>
              <a:rPr lang="en-US" sz="2600" b="1" dirty="0">
                <a:solidFill>
                  <a:srgbClr val="4E617E"/>
                </a:solidFill>
                <a:latin typeface="Courier New" pitchFamily="34" charset="0"/>
                <a:ea typeface="Courier New" pitchFamily="34" charset="-122"/>
                <a:cs typeface="Courier New" pitchFamily="34" charset="-120"/>
              </a:rPr>
              <a:t>11</a:t>
            </a:r>
            <a:endParaRPr lang="en-US" sz="2600" dirty="0"/>
          </a:p>
        </p:txBody>
      </p:sp>
      <p:sp>
        <p:nvSpPr>
          <p:cNvPr id="8" name="Text 6"/>
          <p:cNvSpPr/>
          <p:nvPr/>
        </p:nvSpPr>
        <p:spPr>
          <a:xfrm>
            <a:off x="3383280" y="237744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3931920" y="2377440"/>
            <a:ext cx="1005840" cy="640080"/>
          </a:xfrm>
          <a:prstGeom prst="rect">
            <a:avLst/>
          </a:prstGeom>
          <a:noFill/>
          <a:ln/>
        </p:spPr>
        <p:txBody>
          <a:bodyPr wrap="square" lIns="0" tIns="0" rIns="0" bIns="0" rtlCol="0" anchor="ctr"/>
          <a:lstStyle/>
          <a:p>
            <a:pPr algn="ctr" indent="0" marL="0">
              <a:buNone/>
            </a:pPr>
            <a:r>
              <a:rPr lang="en-US" sz="2600" b="1" dirty="0">
                <a:solidFill>
                  <a:srgbClr val="4E617E"/>
                </a:solidFill>
                <a:latin typeface="Courier New" pitchFamily="34" charset="0"/>
                <a:ea typeface="Courier New" pitchFamily="34" charset="-122"/>
                <a:cs typeface="Courier New" pitchFamily="34" charset="-120"/>
              </a:rPr>
              <a:t>33</a:t>
            </a:r>
            <a:endParaRPr lang="en-US" sz="2600" dirty="0"/>
          </a:p>
        </p:txBody>
      </p:sp>
      <p:sp>
        <p:nvSpPr>
          <p:cNvPr id="10" name="Text 8"/>
          <p:cNvSpPr/>
          <p:nvPr/>
        </p:nvSpPr>
        <p:spPr>
          <a:xfrm>
            <a:off x="4937760" y="237744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5486400" y="2377440"/>
            <a:ext cx="1005840" cy="640080"/>
          </a:xfrm>
          <a:prstGeom prst="rect">
            <a:avLst/>
          </a:prstGeom>
          <a:noFill/>
          <a:ln/>
        </p:spPr>
        <p:txBody>
          <a:bodyPr wrap="square" lIns="0" tIns="0" rIns="0" bIns="0" rtlCol="0" anchor="ctr"/>
          <a:lstStyle/>
          <a:p>
            <a:pPr algn="ctr" indent="0" marL="0">
              <a:buNone/>
            </a:pPr>
            <a:r>
              <a:rPr lang="en-US" sz="2600" b="1" dirty="0">
                <a:solidFill>
                  <a:srgbClr val="4E617E"/>
                </a:solidFill>
                <a:latin typeface="Courier New" pitchFamily="34" charset="0"/>
                <a:ea typeface="Courier New" pitchFamily="34" charset="-122"/>
                <a:cs typeface="Courier New" pitchFamily="34" charset="-120"/>
              </a:rPr>
              <a:t>48</a:t>
            </a:r>
            <a:endParaRPr lang="en-US" sz="2600" dirty="0"/>
          </a:p>
        </p:txBody>
      </p:sp>
      <p:sp>
        <p:nvSpPr>
          <p:cNvPr id="12" name="Text 10"/>
          <p:cNvSpPr/>
          <p:nvPr/>
        </p:nvSpPr>
        <p:spPr>
          <a:xfrm>
            <a:off x="6492240" y="237744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7040880" y="2377440"/>
            <a:ext cx="1005840" cy="640080"/>
          </a:xfrm>
          <a:prstGeom prst="rect">
            <a:avLst/>
          </a:prstGeom>
          <a:noFill/>
          <a:ln/>
        </p:spPr>
        <p:txBody>
          <a:bodyPr wrap="square" lIns="0" tIns="0" rIns="0" bIns="0" rtlCol="0" anchor="ctr"/>
          <a:lstStyle/>
          <a:p>
            <a:pPr algn="ctr" indent="0" marL="0">
              <a:buNone/>
            </a:pPr>
            <a:r>
              <a:rPr lang="en-US" sz="2600" b="1" dirty="0">
                <a:solidFill>
                  <a:srgbClr val="4E617E"/>
                </a:solidFill>
                <a:latin typeface="Courier New" pitchFamily="34" charset="0"/>
                <a:ea typeface="Courier New" pitchFamily="34" charset="-122"/>
                <a:cs typeface="Courier New" pitchFamily="34" charset="-120"/>
              </a:rPr>
              <a:t>16</a:t>
            </a:r>
            <a:endParaRPr lang="en-US" sz="2600" dirty="0"/>
          </a:p>
        </p:txBody>
      </p:sp>
      <p:sp>
        <p:nvSpPr>
          <p:cNvPr id="14" name="Text 12"/>
          <p:cNvSpPr/>
          <p:nvPr/>
        </p:nvSpPr>
        <p:spPr>
          <a:xfrm>
            <a:off x="8046720" y="237744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15" name="Text 13"/>
          <p:cNvSpPr/>
          <p:nvPr/>
        </p:nvSpPr>
        <p:spPr>
          <a:xfrm>
            <a:off x="8595360" y="2377440"/>
            <a:ext cx="1005840" cy="640080"/>
          </a:xfrm>
          <a:prstGeom prst="rect">
            <a:avLst/>
          </a:prstGeom>
          <a:noFill/>
          <a:ln/>
        </p:spPr>
        <p:txBody>
          <a:bodyPr wrap="square" lIns="0" tIns="0" rIns="0" bIns="0" rtlCol="0" anchor="ctr"/>
          <a:lstStyle/>
          <a:p>
            <a:pPr algn="ctr" indent="0" marL="0">
              <a:buNone/>
            </a:pPr>
            <a:r>
              <a:rPr lang="en-US" sz="2600" b="1" dirty="0">
                <a:solidFill>
                  <a:srgbClr val="4E617E"/>
                </a:solidFill>
                <a:latin typeface="Courier New" pitchFamily="34" charset="0"/>
                <a:ea typeface="Courier New" pitchFamily="34" charset="-122"/>
                <a:cs typeface="Courier New" pitchFamily="34" charset="-120"/>
              </a:rPr>
              <a:t>9</a:t>
            </a:r>
            <a:endParaRPr lang="en-US" sz="2600" dirty="0"/>
          </a:p>
        </p:txBody>
      </p:sp>
      <p:sp>
        <p:nvSpPr>
          <p:cNvPr id="16" name="Text 14"/>
          <p:cNvSpPr/>
          <p:nvPr/>
        </p:nvSpPr>
        <p:spPr>
          <a:xfrm>
            <a:off x="9601200" y="237744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10149840" y="2377440"/>
            <a:ext cx="1005840" cy="640080"/>
          </a:xfrm>
          <a:prstGeom prst="rect">
            <a:avLst/>
          </a:prstGeom>
          <a:noFill/>
          <a:ln/>
        </p:spPr>
        <p:txBody>
          <a:bodyPr wrap="square" lIns="0" tIns="0" rIns="0" bIns="0" rtlCol="0" anchor="ctr"/>
          <a:lstStyle/>
          <a:p>
            <a:pPr algn="ctr" indent="0" marL="0">
              <a:buNone/>
            </a:pPr>
            <a:r>
              <a:rPr lang="en-US" sz="2600" b="1" dirty="0">
                <a:solidFill>
                  <a:srgbClr val="4E617E"/>
                </a:solidFill>
                <a:latin typeface="Courier New" pitchFamily="34" charset="0"/>
                <a:ea typeface="Courier New" pitchFamily="34" charset="-122"/>
                <a:cs typeface="Courier New" pitchFamily="34" charset="-120"/>
              </a:rPr>
              <a:t>3</a:t>
            </a:r>
            <a:endParaRPr lang="en-US" sz="2600" dirty="0"/>
          </a:p>
        </p:txBody>
      </p:sp>
      <p:sp>
        <p:nvSpPr>
          <p:cNvPr id="18" name="Text 16"/>
          <p:cNvSpPr/>
          <p:nvPr/>
        </p:nvSpPr>
        <p:spPr>
          <a:xfrm>
            <a:off x="822960" y="3273552"/>
            <a:ext cx="4572000" cy="292608"/>
          </a:xfrm>
          <a:prstGeom prst="rect">
            <a:avLst/>
          </a:prstGeom>
          <a:noFill/>
          <a:ln/>
        </p:spPr>
        <p:txBody>
          <a:bodyPr wrap="square" lIns="0" tIns="0" rIns="0" bIns="0" rtlCol="0" anchor="ctr"/>
          <a:lstStyle/>
          <a:p>
            <a:pPr algn="l" indent="0" marL="0">
              <a:buNone/>
            </a:pPr>
            <a:r>
              <a:rPr lang="en-US" sz="1300" b="1" spc="200" kern="0" dirty="0">
                <a:solidFill>
                  <a:srgbClr val="7B8CA6"/>
                </a:solidFill>
                <a:latin typeface="Courier New" pitchFamily="34" charset="0"/>
                <a:ea typeface="Courier New" pitchFamily="34" charset="-122"/>
                <a:cs typeface="Courier New" pitchFamily="34" charset="-120"/>
              </a:rPr>
              <a:t>STARTED WITH x</a:t>
            </a:r>
            <a:endParaRPr lang="en-US" sz="1300" dirty="0"/>
          </a:p>
        </p:txBody>
      </p:sp>
      <p:sp>
        <p:nvSpPr>
          <p:cNvPr id="19" name="Text 17"/>
          <p:cNvSpPr/>
          <p:nvPr/>
        </p:nvSpPr>
        <p:spPr>
          <a:xfrm>
            <a:off x="822960" y="3657600"/>
            <a:ext cx="10058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x</a:t>
            </a:r>
            <a:endParaRPr lang="en-US" sz="2400" dirty="0"/>
          </a:p>
        </p:txBody>
      </p:sp>
      <p:sp>
        <p:nvSpPr>
          <p:cNvPr id="20" name="Text 18"/>
          <p:cNvSpPr/>
          <p:nvPr/>
        </p:nvSpPr>
        <p:spPr>
          <a:xfrm>
            <a:off x="1828800" y="365760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21" name="Text 19"/>
          <p:cNvSpPr/>
          <p:nvPr/>
        </p:nvSpPr>
        <p:spPr>
          <a:xfrm>
            <a:off x="2377440" y="3657600"/>
            <a:ext cx="10058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x+4</a:t>
            </a:r>
            <a:endParaRPr lang="en-US" sz="2400" dirty="0"/>
          </a:p>
        </p:txBody>
      </p:sp>
      <p:sp>
        <p:nvSpPr>
          <p:cNvPr id="22" name="Text 20"/>
          <p:cNvSpPr/>
          <p:nvPr/>
        </p:nvSpPr>
        <p:spPr>
          <a:xfrm>
            <a:off x="3383280" y="365760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3931920" y="3657600"/>
            <a:ext cx="10058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3x+12</a:t>
            </a:r>
            <a:endParaRPr lang="en-US" sz="2400" dirty="0"/>
          </a:p>
        </p:txBody>
      </p:sp>
      <p:sp>
        <p:nvSpPr>
          <p:cNvPr id="24" name="Text 22"/>
          <p:cNvSpPr/>
          <p:nvPr/>
        </p:nvSpPr>
        <p:spPr>
          <a:xfrm>
            <a:off x="4937760" y="365760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25" name="Text 23"/>
          <p:cNvSpPr/>
          <p:nvPr/>
        </p:nvSpPr>
        <p:spPr>
          <a:xfrm>
            <a:off x="5486400" y="3657600"/>
            <a:ext cx="10058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3x+27</a:t>
            </a:r>
            <a:endParaRPr lang="en-US" sz="2400" dirty="0"/>
          </a:p>
        </p:txBody>
      </p:sp>
      <p:sp>
        <p:nvSpPr>
          <p:cNvPr id="26" name="Text 24"/>
          <p:cNvSpPr/>
          <p:nvPr/>
        </p:nvSpPr>
        <p:spPr>
          <a:xfrm>
            <a:off x="6492240" y="365760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27" name="Text 25"/>
          <p:cNvSpPr/>
          <p:nvPr/>
        </p:nvSpPr>
        <p:spPr>
          <a:xfrm>
            <a:off x="7040880" y="3657600"/>
            <a:ext cx="100584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x+9</a:t>
            </a:r>
            <a:endParaRPr lang="en-US" sz="2400" dirty="0"/>
          </a:p>
        </p:txBody>
      </p:sp>
      <p:sp>
        <p:nvSpPr>
          <p:cNvPr id="28" name="Text 26"/>
          <p:cNvSpPr/>
          <p:nvPr/>
        </p:nvSpPr>
        <p:spPr>
          <a:xfrm>
            <a:off x="8046720" y="365760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29" name="Text 27"/>
          <p:cNvSpPr/>
          <p:nvPr/>
        </p:nvSpPr>
        <p:spPr>
          <a:xfrm>
            <a:off x="8595360" y="3657600"/>
            <a:ext cx="1005840" cy="640080"/>
          </a:xfrm>
          <a:prstGeom prst="rect">
            <a:avLst/>
          </a:prstGeom>
          <a:noFill/>
          <a:ln/>
        </p:spPr>
        <p:txBody>
          <a:bodyPr wrap="square" lIns="0" tIns="0" rIns="0" bIns="0" rtlCol="0" anchor="ctr"/>
          <a:lstStyle/>
          <a:p>
            <a:pPr algn="ctr" indent="0" marL="0">
              <a:buNone/>
            </a:pPr>
            <a:r>
              <a:rPr lang="en-US" sz="2400" b="1" dirty="0">
                <a:solidFill>
                  <a:srgbClr val="E8B84B"/>
                </a:solidFill>
                <a:latin typeface="Courier New" pitchFamily="34" charset="0"/>
                <a:ea typeface="Courier New" pitchFamily="34" charset="-122"/>
                <a:cs typeface="Courier New" pitchFamily="34" charset="-120"/>
              </a:rPr>
              <a:t>9</a:t>
            </a:r>
            <a:endParaRPr lang="en-US" sz="2400" dirty="0"/>
          </a:p>
        </p:txBody>
      </p:sp>
      <p:sp>
        <p:nvSpPr>
          <p:cNvPr id="30" name="Text 28"/>
          <p:cNvSpPr/>
          <p:nvPr/>
        </p:nvSpPr>
        <p:spPr>
          <a:xfrm>
            <a:off x="9601200" y="3657600"/>
            <a:ext cx="548640" cy="640080"/>
          </a:xfrm>
          <a:prstGeom prst="rect">
            <a:avLst/>
          </a:prstGeom>
          <a:noFill/>
          <a:ln/>
        </p:spPr>
        <p:txBody>
          <a:bodyPr wrap="square" lIns="0" tIns="0" rIns="0" bIns="0" rtlCol="0" anchor="ctr"/>
          <a:lstStyle/>
          <a:p>
            <a:pPr algn="ctr" indent="0" marL="0">
              <a:buNone/>
            </a:pPr>
            <a:r>
              <a:rPr lang="en-US" sz="1800" b="1" dirty="0">
                <a:solidFill>
                  <a:srgbClr val="7B8CA6"/>
                </a:solidFill>
                <a:latin typeface="Arial" pitchFamily="34" charset="0"/>
                <a:ea typeface="Arial" pitchFamily="34" charset="-122"/>
                <a:cs typeface="Arial" pitchFamily="34" charset="-120"/>
              </a:rPr>
              <a:t>→</a:t>
            </a:r>
            <a:endParaRPr lang="en-US" sz="1800" dirty="0"/>
          </a:p>
        </p:txBody>
      </p:sp>
      <p:sp>
        <p:nvSpPr>
          <p:cNvPr id="31" name="Text 29"/>
          <p:cNvSpPr/>
          <p:nvPr/>
        </p:nvSpPr>
        <p:spPr>
          <a:xfrm>
            <a:off x="10149840" y="3657600"/>
            <a:ext cx="1005840" cy="640080"/>
          </a:xfrm>
          <a:prstGeom prst="rect">
            <a:avLst/>
          </a:prstGeom>
          <a:noFill/>
          <a:ln/>
        </p:spPr>
        <p:txBody>
          <a:bodyPr wrap="square" lIns="0" tIns="0" rIns="0" bIns="0" rtlCol="0" anchor="ctr"/>
          <a:lstStyle/>
          <a:p>
            <a:pPr algn="ctr" indent="0" marL="0">
              <a:buNone/>
            </a:pPr>
            <a:r>
              <a:rPr lang="en-US" sz="2400" b="1" dirty="0">
                <a:solidFill>
                  <a:srgbClr val="E8B84B"/>
                </a:solidFill>
                <a:latin typeface="Courier New" pitchFamily="34" charset="0"/>
                <a:ea typeface="Courier New" pitchFamily="34" charset="-122"/>
                <a:cs typeface="Courier New" pitchFamily="34" charset="-120"/>
              </a:rPr>
              <a:t>3</a:t>
            </a:r>
            <a:endParaRPr lang="en-US" sz="2400" dirty="0"/>
          </a:p>
        </p:txBody>
      </p:sp>
      <p:sp>
        <p:nvSpPr>
          <p:cNvPr id="32" name="Text 30"/>
          <p:cNvSpPr/>
          <p:nvPr/>
        </p:nvSpPr>
        <p:spPr>
          <a:xfrm>
            <a:off x="822960" y="4892040"/>
            <a:ext cx="10545775" cy="548640"/>
          </a:xfrm>
          <a:prstGeom prst="rect">
            <a:avLst/>
          </a:prstGeom>
          <a:noFill/>
          <a:ln/>
        </p:spPr>
        <p:txBody>
          <a:bodyPr wrap="square" lIns="0" tIns="0" rIns="0" bIns="0" rtlCol="0" anchor="ctr"/>
          <a:lstStyle/>
          <a:p>
            <a:pPr algn="l" indent="0" marL="0">
              <a:buNone/>
            </a:pPr>
            <a:r>
              <a:rPr lang="en-US" sz="2100" dirty="0">
                <a:solidFill>
                  <a:srgbClr val="7B8CA6"/>
                </a:solidFill>
                <a:latin typeface="Calibri" pitchFamily="34" charset="0"/>
                <a:ea typeface="Calibri" pitchFamily="34" charset="-122"/>
                <a:cs typeface="Calibri" pitchFamily="34" charset="-120"/>
              </a:rPr>
              <a:t>x just means whichever number you circled. Same six steps, every time.</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STEP 5 · THE MOMENT IT HAPPENS</a:t>
            </a:r>
            <a:endParaRPr lang="en-US" sz="1600" dirty="0"/>
          </a:p>
        </p:txBody>
      </p:sp>
      <p:sp>
        <p:nvSpPr>
          <p:cNvPr id="3" name="Text 1"/>
          <p:cNvSpPr/>
          <p:nvPr/>
        </p:nvSpPr>
        <p:spPr>
          <a:xfrm>
            <a:off x="822960" y="960120"/>
            <a:ext cx="10545775" cy="1005840"/>
          </a:xfrm>
          <a:prstGeom prst="rect">
            <a:avLst/>
          </a:prstGeom>
          <a:noFill/>
          <a:ln/>
        </p:spPr>
        <p:txBody>
          <a:bodyPr wrap="square" lIns="0" tIns="0" rIns="0" bIns="0" rtlCol="0" anchor="t"/>
          <a:lstStyle/>
          <a:p>
            <a:pPr algn="l" indent="0" marL="0">
              <a:lnSpc>
                <a:spcPts val="7200"/>
              </a:lnSpc>
              <a:buNone/>
            </a:pPr>
            <a:r>
              <a:rPr lang="en-US" sz="4400" b="1" spc="-150" kern="0" dirty="0">
                <a:solidFill>
                  <a:srgbClr val="FFFFFF"/>
                </a:solidFill>
                <a:latin typeface="Arial" pitchFamily="34" charset="0"/>
                <a:ea typeface="Arial" pitchFamily="34" charset="-122"/>
                <a:cs typeface="Arial" pitchFamily="34" charset="-120"/>
              </a:rPr>
              <a:t>This is where your number leaves.</a:t>
            </a:r>
            <a:endParaRPr lang="en-US" sz="4400" dirty="0"/>
          </a:p>
        </p:txBody>
      </p:sp>
      <p:sp>
        <p:nvSpPr>
          <p:cNvPr id="4" name="Text 2"/>
          <p:cNvSpPr/>
          <p:nvPr/>
        </p:nvSpPr>
        <p:spPr>
          <a:xfrm>
            <a:off x="822960" y="2286000"/>
            <a:ext cx="10545775" cy="1280160"/>
          </a:xfrm>
          <a:prstGeom prst="rect">
            <a:avLst/>
          </a:prstGeom>
          <a:noFill/>
          <a:ln/>
        </p:spPr>
        <p:txBody>
          <a:bodyPr wrap="square" lIns="0" tIns="0" rIns="0" bIns="0" rtlCol="0" anchor="ctr"/>
          <a:lstStyle/>
          <a:p>
            <a:pPr algn="l" indent="0" marL="0">
              <a:buNone/>
            </a:pPr>
            <a:r>
              <a:rPr lang="en-US" sz="7600" b="1" dirty="0">
                <a:solidFill>
                  <a:srgbClr val="FFFFFF"/>
                </a:solidFill>
                <a:latin typeface="Courier New" pitchFamily="34" charset="0"/>
                <a:ea typeface="Courier New" pitchFamily="34" charset="-122"/>
                <a:cs typeface="Courier New" pitchFamily="34" charset="-120"/>
              </a:rPr>
              <a:t>x + 9</a:t>
            </a:r>
            <a:pPr algn="l" indent="0" marL="0">
              <a:buNone/>
            </a:pPr>
            <a:r>
              <a:rPr lang="en-US" sz="7600" b="1" dirty="0">
                <a:solidFill>
                  <a:srgbClr val="7B8CA6"/>
                </a:solidFill>
                <a:latin typeface="Courier New" pitchFamily="34" charset="0"/>
                <a:ea typeface="Courier New" pitchFamily="34" charset="-122"/>
                <a:cs typeface="Courier New" pitchFamily="34" charset="-120"/>
              </a:rPr>
              <a:t>  −  </a:t>
            </a:r>
            <a:pPr algn="l" indent="0" marL="0">
              <a:buNone/>
            </a:pPr>
            <a:r>
              <a:rPr lang="en-US" sz="7600" b="1" dirty="0">
                <a:solidFill>
                  <a:srgbClr val="FF5C39"/>
                </a:solidFill>
                <a:latin typeface="Courier New" pitchFamily="34" charset="0"/>
                <a:ea typeface="Courier New" pitchFamily="34" charset="-122"/>
                <a:cs typeface="Courier New" pitchFamily="34" charset="-120"/>
              </a:rPr>
              <a:t>x</a:t>
            </a:r>
            <a:pPr algn="l" indent="0" marL="0">
              <a:buNone/>
            </a:pPr>
            <a:r>
              <a:rPr lang="en-US" sz="7600" b="1" dirty="0">
                <a:solidFill>
                  <a:srgbClr val="7B8CA6"/>
                </a:solidFill>
                <a:latin typeface="Courier New" pitchFamily="34" charset="0"/>
                <a:ea typeface="Courier New" pitchFamily="34" charset="-122"/>
                <a:cs typeface="Courier New" pitchFamily="34" charset="-120"/>
              </a:rPr>
              <a:t>  =  </a:t>
            </a:r>
            <a:pPr algn="l" indent="0" marL="0">
              <a:buNone/>
            </a:pPr>
            <a:r>
              <a:rPr lang="en-US" sz="7600" b="1" dirty="0">
                <a:solidFill>
                  <a:srgbClr val="E8B84B"/>
                </a:solidFill>
                <a:latin typeface="Courier New" pitchFamily="34" charset="0"/>
                <a:ea typeface="Courier New" pitchFamily="34" charset="-122"/>
                <a:cs typeface="Courier New" pitchFamily="34" charset="-120"/>
              </a:rPr>
              <a:t>9</a:t>
            </a:r>
            <a:endParaRPr lang="en-US" sz="7600" dirty="0"/>
          </a:p>
        </p:txBody>
      </p:sp>
      <p:sp>
        <p:nvSpPr>
          <p:cNvPr id="5" name="Text 3"/>
          <p:cNvSpPr/>
          <p:nvPr/>
        </p:nvSpPr>
        <p:spPr>
          <a:xfrm>
            <a:off x="822960" y="3520440"/>
            <a:ext cx="10545775" cy="457200"/>
          </a:xfrm>
          <a:prstGeom prst="rect">
            <a:avLst/>
          </a:prstGeom>
          <a:noFill/>
          <a:ln/>
        </p:spPr>
        <p:txBody>
          <a:bodyPr wrap="square" lIns="0" tIns="0" rIns="0" bIns="0" rtlCol="0" anchor="ctr"/>
          <a:lstStyle/>
          <a:p>
            <a:pPr algn="l" indent="0" marL="0">
              <a:buNone/>
            </a:pPr>
            <a:r>
              <a:rPr lang="en-US" sz="1900" dirty="0">
                <a:solidFill>
                  <a:srgbClr val="FF5C39"/>
                </a:solidFill>
                <a:latin typeface="Calibri" pitchFamily="34" charset="0"/>
                <a:ea typeface="Calibri" pitchFamily="34" charset="-122"/>
                <a:cs typeface="Calibri" pitchFamily="34" charset="-120"/>
              </a:rPr>
              <a:t>the number you circled — subtracted right back out</a:t>
            </a:r>
            <a:endParaRPr lang="en-US" sz="1900" dirty="0"/>
          </a:p>
        </p:txBody>
      </p:sp>
      <p:sp>
        <p:nvSpPr>
          <p:cNvPr id="6" name="Text 4"/>
          <p:cNvSpPr/>
          <p:nvPr/>
        </p:nvSpPr>
        <p:spPr>
          <a:xfrm>
            <a:off x="822960" y="4343400"/>
            <a:ext cx="10545775" cy="1097280"/>
          </a:xfrm>
          <a:prstGeom prst="rect">
            <a:avLst/>
          </a:prstGeom>
          <a:noFill/>
          <a:ln/>
        </p:spPr>
        <p:txBody>
          <a:bodyPr wrap="square" lIns="0" tIns="0" rIns="0" bIns="0" rtlCol="0" anchor="ctr"/>
          <a:lstStyle/>
          <a:p>
            <a:pPr algn="l" indent="0" marL="0">
              <a:buNone/>
            </a:pPr>
            <a:r>
              <a:rPr lang="en-US" sz="6400" b="1" dirty="0">
                <a:solidFill>
                  <a:srgbClr val="E8B84B"/>
                </a:solidFill>
                <a:latin typeface="Courier New" pitchFamily="34" charset="0"/>
                <a:ea typeface="Courier New" pitchFamily="34" charset="-122"/>
                <a:cs typeface="Courier New" pitchFamily="34" charset="-120"/>
              </a:rPr>
              <a:t>9</a:t>
            </a:r>
            <a:pPr algn="l" indent="0" marL="0">
              <a:buNone/>
            </a:pPr>
            <a:r>
              <a:rPr lang="en-US" sz="6400" b="1" dirty="0">
                <a:solidFill>
                  <a:srgbClr val="7B8CA6"/>
                </a:solidFill>
                <a:latin typeface="Courier New" pitchFamily="34" charset="0"/>
                <a:ea typeface="Courier New" pitchFamily="34" charset="-122"/>
                <a:cs typeface="Courier New" pitchFamily="34" charset="-120"/>
              </a:rPr>
              <a:t>  ÷  3  =  </a:t>
            </a:r>
            <a:pPr algn="l" indent="0" marL="0">
              <a:buNone/>
            </a:pPr>
            <a:r>
              <a:rPr lang="en-US" sz="6400" b="1" dirty="0">
                <a:solidFill>
                  <a:srgbClr val="E8B84B"/>
                </a:solidFill>
                <a:latin typeface="Courier New" pitchFamily="34" charset="0"/>
                <a:ea typeface="Courier New" pitchFamily="34" charset="-122"/>
                <a:cs typeface="Courier New" pitchFamily="34" charset="-120"/>
              </a:rPr>
              <a:t>3</a:t>
            </a:r>
            <a:endParaRPr lang="en-US" sz="6400" dirty="0"/>
          </a:p>
        </p:txBody>
      </p:sp>
      <p:sp>
        <p:nvSpPr>
          <p:cNvPr id="7" name="Text 5"/>
          <p:cNvSpPr/>
          <p:nvPr/>
        </p:nvSpPr>
        <p:spPr>
          <a:xfrm>
            <a:off x="822960" y="5486400"/>
            <a:ext cx="10545775" cy="548640"/>
          </a:xfrm>
          <a:prstGeom prst="rect">
            <a:avLst/>
          </a:prstGeom>
          <a:noFill/>
          <a:ln/>
        </p:spPr>
        <p:txBody>
          <a:bodyPr wrap="square" lIns="0" tIns="0" rIns="0" bIns="0" rtlCol="0" anchor="ctr"/>
          <a:lstStyle/>
          <a:p>
            <a:pPr algn="l" indent="0" marL="0">
              <a:buNone/>
            </a:pPr>
            <a:r>
              <a:rPr lang="en-US" sz="2100" dirty="0">
                <a:solidFill>
                  <a:srgbClr val="7B8CA6"/>
                </a:solidFill>
                <a:latin typeface="Calibri" pitchFamily="34" charset="0"/>
                <a:ea typeface="Calibri" pitchFamily="34" charset="-122"/>
                <a:cs typeface="Calibri" pitchFamily="34" charset="-120"/>
              </a:rPr>
              <a:t>Everyone lands on 9. Nine divided by three is always three. That is the whole trick.</a:t>
            </a:r>
            <a:endParaRPr lang="en-US"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ONE MORE THING</a:t>
            </a:r>
            <a:endParaRPr lang="en-US" sz="1600" dirty="0"/>
          </a:p>
        </p:txBody>
      </p:sp>
      <p:sp>
        <p:nvSpPr>
          <p:cNvPr id="3" name="Text 1"/>
          <p:cNvSpPr/>
          <p:nvPr/>
        </p:nvSpPr>
        <p:spPr>
          <a:xfrm>
            <a:off x="822960" y="1234440"/>
            <a:ext cx="10545775" cy="640080"/>
          </a:xfrm>
          <a:prstGeom prst="rect">
            <a:avLst/>
          </a:prstGeom>
          <a:noFill/>
          <a:ln/>
        </p:spPr>
        <p:txBody>
          <a:bodyPr wrap="square" lIns="0" tIns="0" rIns="0" bIns="0" rtlCol="0" anchor="ctr"/>
          <a:lstStyle/>
          <a:p>
            <a:pPr algn="l" indent="0" marL="0">
              <a:buNone/>
            </a:pPr>
            <a:r>
              <a:rPr lang="en-US" sz="2800" b="1" dirty="0">
                <a:solidFill>
                  <a:srgbClr val="7B8CA6"/>
                </a:solidFill>
                <a:latin typeface="Courier New" pitchFamily="34" charset="0"/>
                <a:ea typeface="Courier New" pitchFamily="34" charset="-122"/>
                <a:cs typeface="Courier New" pitchFamily="34" charset="-120"/>
              </a:rPr>
              <a:t>x + 9  −  x  =  9</a:t>
            </a:r>
            <a:endParaRPr lang="en-US" sz="2800" dirty="0"/>
          </a:p>
        </p:txBody>
      </p:sp>
      <p:sp>
        <p:nvSpPr>
          <p:cNvPr id="4" name="Text 2"/>
          <p:cNvSpPr/>
          <p:nvPr/>
        </p:nvSpPr>
        <p:spPr>
          <a:xfrm>
            <a:off x="822960" y="2148840"/>
            <a:ext cx="10545775" cy="1188720"/>
          </a:xfrm>
          <a:prstGeom prst="rect">
            <a:avLst/>
          </a:prstGeom>
          <a:noFill/>
          <a:ln/>
        </p:spPr>
        <p:txBody>
          <a:bodyPr wrap="square" lIns="0" tIns="0" rIns="0" bIns="0" rtlCol="0" anchor="ctr"/>
          <a:lstStyle/>
          <a:p>
            <a:pPr algn="l" indent="0" marL="0">
              <a:buNone/>
            </a:pPr>
            <a:r>
              <a:rPr lang="en-US" sz="6000" b="1" spc="-150" kern="0" dirty="0">
                <a:solidFill>
                  <a:srgbClr val="FFFFFF"/>
                </a:solidFill>
                <a:latin typeface="Arial" pitchFamily="34" charset="0"/>
                <a:ea typeface="Arial" pitchFamily="34" charset="-122"/>
                <a:cs typeface="Arial" pitchFamily="34" charset="-120"/>
              </a:rPr>
              <a:t>That was tenth-grade algebra.</a:t>
            </a:r>
            <a:endParaRPr lang="en-US" sz="6000" dirty="0"/>
          </a:p>
        </p:txBody>
      </p:sp>
      <p:sp>
        <p:nvSpPr>
          <p:cNvPr id="5" name="Text 3"/>
          <p:cNvSpPr/>
          <p:nvPr/>
        </p:nvSpPr>
        <p:spPr>
          <a:xfrm>
            <a:off x="822960" y="3429000"/>
            <a:ext cx="10545775" cy="1371600"/>
          </a:xfrm>
          <a:prstGeom prst="rect">
            <a:avLst/>
          </a:prstGeom>
          <a:noFill/>
          <a:ln/>
        </p:spPr>
        <p:txBody>
          <a:bodyPr wrap="square" lIns="0" tIns="0" rIns="0" bIns="0" rtlCol="0" anchor="ctr"/>
          <a:lstStyle/>
          <a:p>
            <a:pPr algn="l" indent="0" marL="0">
              <a:buNone/>
            </a:pPr>
            <a:r>
              <a:rPr lang="en-US" sz="7600" b="1" spc="-200" kern="0" dirty="0">
                <a:solidFill>
                  <a:srgbClr val="E8B84B"/>
                </a:solidFill>
                <a:latin typeface="Arial" pitchFamily="34" charset="0"/>
                <a:ea typeface="Arial" pitchFamily="34" charset="-122"/>
                <a:cs typeface="Arial" pitchFamily="34" charset="-120"/>
              </a:rPr>
              <a:t>Congratulations.</a:t>
            </a:r>
            <a:endParaRPr lang="en-US" sz="7600" dirty="0"/>
          </a:p>
        </p:txBody>
      </p:sp>
      <p:sp>
        <p:nvSpPr>
          <p:cNvPr id="6" name="Text 4"/>
          <p:cNvSpPr/>
          <p:nvPr/>
        </p:nvSpPr>
        <p:spPr>
          <a:xfrm>
            <a:off x="822960" y="5120640"/>
            <a:ext cx="10545775" cy="731520"/>
          </a:xfrm>
          <a:prstGeom prst="rect">
            <a:avLst/>
          </a:prstGeom>
          <a:noFill/>
          <a:ln/>
        </p:spPr>
        <p:txBody>
          <a:bodyPr wrap="square" lIns="0" tIns="0" rIns="0" bIns="0" rtlCol="0" anchor="ctr"/>
          <a:lstStyle/>
          <a:p>
            <a:pPr algn="l" indent="0" marL="0">
              <a:buNone/>
            </a:pPr>
            <a:r>
              <a:rPr lang="en-US" sz="2800" dirty="0">
                <a:solidFill>
                  <a:srgbClr val="7B8CA6"/>
                </a:solidFill>
                <a:latin typeface="Calibri" pitchFamily="34" charset="0"/>
                <a:ea typeface="Calibri" pitchFamily="34" charset="-122"/>
                <a:cs typeface="Calibri" pitchFamily="34" charset="-120"/>
              </a:rPr>
              <a:t>Nobody told you it was algebra — so nobody decided it was too hard.</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THINGS YOU USED TODAY WITHOUT BEING TOLD</a:t>
            </a:r>
            <a:endParaRPr lang="en-US" sz="1600" dirty="0"/>
          </a:p>
        </p:txBody>
      </p:sp>
      <p:sp>
        <p:nvSpPr>
          <p:cNvPr id="3" name="Shape 1"/>
          <p:cNvSpPr/>
          <p:nvPr/>
        </p:nvSpPr>
        <p:spPr>
          <a:xfrm>
            <a:off x="822960" y="1188720"/>
            <a:ext cx="2430704" cy="777240"/>
          </a:xfrm>
          <a:prstGeom prst="roundRect">
            <a:avLst>
              <a:gd name="adj" fmla="val 9412"/>
            </a:avLst>
          </a:prstGeom>
          <a:solidFill>
            <a:srgbClr val="172E4F"/>
          </a:solidFill>
          <a:ln w="12700">
            <a:solidFill>
              <a:srgbClr val="E8B84B"/>
            </a:solidFill>
            <a:prstDash val="solid"/>
          </a:ln>
        </p:spPr>
      </p:sp>
      <p:sp>
        <p:nvSpPr>
          <p:cNvPr id="4" name="Text 2"/>
          <p:cNvSpPr/>
          <p:nvPr/>
        </p:nvSpPr>
        <p:spPr>
          <a:xfrm>
            <a:off x="822960" y="1188720"/>
            <a:ext cx="2430704" cy="777240"/>
          </a:xfrm>
          <a:prstGeom prst="rect">
            <a:avLst/>
          </a:prstGeom>
          <a:noFill/>
          <a:ln/>
        </p:spPr>
        <p:txBody>
          <a:bodyPr wrap="square" lIns="0" tIns="0" rIns="0" bIns="0" rtlCol="0" anchor="ctr"/>
          <a:lstStyle/>
          <a:p>
            <a:pPr algn="ctr" indent="0" marL="0">
              <a:buNone/>
            </a:pPr>
            <a:r>
              <a:rPr lang="en-US" sz="1500" b="1" spc="50" kern="0" dirty="0">
                <a:solidFill>
                  <a:srgbClr val="E8B84B"/>
                </a:solidFill>
                <a:latin typeface="Arial" pitchFamily="34" charset="0"/>
                <a:ea typeface="Arial" pitchFamily="34" charset="-122"/>
                <a:cs typeface="Arial" pitchFamily="34" charset="-120"/>
              </a:rPr>
              <a:t>VARIABLE</a:t>
            </a:r>
            <a:endParaRPr lang="en-US" sz="1500" dirty="0"/>
          </a:p>
        </p:txBody>
      </p:sp>
      <p:sp>
        <p:nvSpPr>
          <p:cNvPr id="5" name="Shape 3"/>
          <p:cNvSpPr/>
          <p:nvPr/>
        </p:nvSpPr>
        <p:spPr>
          <a:xfrm>
            <a:off x="3527984" y="1188720"/>
            <a:ext cx="2430704" cy="777240"/>
          </a:xfrm>
          <a:prstGeom prst="roundRect">
            <a:avLst>
              <a:gd name="adj" fmla="val 9412"/>
            </a:avLst>
          </a:prstGeom>
          <a:solidFill>
            <a:srgbClr val="172E4F"/>
          </a:solidFill>
          <a:ln w="12700">
            <a:solidFill>
              <a:srgbClr val="E8B84B"/>
            </a:solidFill>
            <a:prstDash val="solid"/>
          </a:ln>
        </p:spPr>
      </p:sp>
      <p:sp>
        <p:nvSpPr>
          <p:cNvPr id="6" name="Text 4"/>
          <p:cNvSpPr/>
          <p:nvPr/>
        </p:nvSpPr>
        <p:spPr>
          <a:xfrm>
            <a:off x="3527984" y="1188720"/>
            <a:ext cx="2430704" cy="777240"/>
          </a:xfrm>
          <a:prstGeom prst="rect">
            <a:avLst/>
          </a:prstGeom>
          <a:noFill/>
          <a:ln/>
        </p:spPr>
        <p:txBody>
          <a:bodyPr wrap="square" lIns="0" tIns="0" rIns="0" bIns="0" rtlCol="0" anchor="ctr"/>
          <a:lstStyle/>
          <a:p>
            <a:pPr algn="ctr" indent="0" marL="0">
              <a:buNone/>
            </a:pPr>
            <a:r>
              <a:rPr lang="en-US" sz="1500" b="1" spc="50" kern="0" dirty="0">
                <a:solidFill>
                  <a:srgbClr val="E8B84B"/>
                </a:solidFill>
                <a:latin typeface="Arial" pitchFamily="34" charset="0"/>
                <a:ea typeface="Arial" pitchFamily="34" charset="-122"/>
                <a:cs typeface="Arial" pitchFamily="34" charset="-120"/>
              </a:rPr>
              <a:t>INVERSE OPERATION</a:t>
            </a:r>
            <a:endParaRPr lang="en-US" sz="1500" dirty="0"/>
          </a:p>
        </p:txBody>
      </p:sp>
      <p:sp>
        <p:nvSpPr>
          <p:cNvPr id="7" name="Shape 5"/>
          <p:cNvSpPr/>
          <p:nvPr/>
        </p:nvSpPr>
        <p:spPr>
          <a:xfrm>
            <a:off x="6233008" y="1188720"/>
            <a:ext cx="2430704" cy="777240"/>
          </a:xfrm>
          <a:prstGeom prst="roundRect">
            <a:avLst>
              <a:gd name="adj" fmla="val 9412"/>
            </a:avLst>
          </a:prstGeom>
          <a:solidFill>
            <a:srgbClr val="172E4F"/>
          </a:solidFill>
          <a:ln w="12700">
            <a:solidFill>
              <a:srgbClr val="E8B84B"/>
            </a:solidFill>
            <a:prstDash val="solid"/>
          </a:ln>
        </p:spPr>
      </p:sp>
      <p:sp>
        <p:nvSpPr>
          <p:cNvPr id="8" name="Text 6"/>
          <p:cNvSpPr/>
          <p:nvPr/>
        </p:nvSpPr>
        <p:spPr>
          <a:xfrm>
            <a:off x="6233008" y="1188720"/>
            <a:ext cx="2430704" cy="777240"/>
          </a:xfrm>
          <a:prstGeom prst="rect">
            <a:avLst/>
          </a:prstGeom>
          <a:noFill/>
          <a:ln/>
        </p:spPr>
        <p:txBody>
          <a:bodyPr wrap="square" lIns="0" tIns="0" rIns="0" bIns="0" rtlCol="0" anchor="ctr"/>
          <a:lstStyle/>
          <a:p>
            <a:pPr algn="ctr" indent="0" marL="0">
              <a:buNone/>
            </a:pPr>
            <a:r>
              <a:rPr lang="en-US" sz="1500" b="1" spc="50" kern="0" dirty="0">
                <a:solidFill>
                  <a:srgbClr val="E8B84B"/>
                </a:solidFill>
                <a:latin typeface="Arial" pitchFamily="34" charset="0"/>
                <a:ea typeface="Arial" pitchFamily="34" charset="-122"/>
                <a:cs typeface="Arial" pitchFamily="34" charset="-120"/>
              </a:rPr>
              <a:t>EXPRESSION</a:t>
            </a:r>
            <a:endParaRPr lang="en-US" sz="1500" dirty="0"/>
          </a:p>
        </p:txBody>
      </p:sp>
      <p:sp>
        <p:nvSpPr>
          <p:cNvPr id="9" name="Shape 7"/>
          <p:cNvSpPr/>
          <p:nvPr/>
        </p:nvSpPr>
        <p:spPr>
          <a:xfrm>
            <a:off x="8938031" y="1188720"/>
            <a:ext cx="2430704" cy="777240"/>
          </a:xfrm>
          <a:prstGeom prst="roundRect">
            <a:avLst>
              <a:gd name="adj" fmla="val 9412"/>
            </a:avLst>
          </a:prstGeom>
          <a:solidFill>
            <a:srgbClr val="172E4F"/>
          </a:solidFill>
          <a:ln w="12700">
            <a:solidFill>
              <a:srgbClr val="E8B84B"/>
            </a:solidFill>
            <a:prstDash val="solid"/>
          </a:ln>
        </p:spPr>
      </p:sp>
      <p:sp>
        <p:nvSpPr>
          <p:cNvPr id="10" name="Text 8"/>
          <p:cNvSpPr/>
          <p:nvPr/>
        </p:nvSpPr>
        <p:spPr>
          <a:xfrm>
            <a:off x="8938031" y="1188720"/>
            <a:ext cx="2430704" cy="777240"/>
          </a:xfrm>
          <a:prstGeom prst="rect">
            <a:avLst/>
          </a:prstGeom>
          <a:noFill/>
          <a:ln/>
        </p:spPr>
        <p:txBody>
          <a:bodyPr wrap="square" lIns="0" tIns="0" rIns="0" bIns="0" rtlCol="0" anchor="ctr"/>
          <a:lstStyle/>
          <a:p>
            <a:pPr algn="ctr" indent="0" marL="0">
              <a:buNone/>
            </a:pPr>
            <a:r>
              <a:rPr lang="en-US" sz="1500" b="1" spc="50" kern="0" dirty="0">
                <a:solidFill>
                  <a:srgbClr val="E8B84B"/>
                </a:solidFill>
                <a:latin typeface="Arial" pitchFamily="34" charset="0"/>
                <a:ea typeface="Arial" pitchFamily="34" charset="-122"/>
                <a:cs typeface="Arial" pitchFamily="34" charset="-120"/>
              </a:rPr>
              <a:t>CANCELLING</a:t>
            </a:r>
            <a:endParaRPr lang="en-US" sz="1500" dirty="0"/>
          </a:p>
        </p:txBody>
      </p:sp>
      <p:sp>
        <p:nvSpPr>
          <p:cNvPr id="11" name="Text 9"/>
          <p:cNvSpPr/>
          <p:nvPr/>
        </p:nvSpPr>
        <p:spPr>
          <a:xfrm>
            <a:off x="822960" y="2560320"/>
            <a:ext cx="10545775" cy="1920240"/>
          </a:xfrm>
          <a:prstGeom prst="rect">
            <a:avLst/>
          </a:prstGeom>
          <a:noFill/>
          <a:ln/>
        </p:spPr>
        <p:txBody>
          <a:bodyPr wrap="square" lIns="0" tIns="0" rIns="0" bIns="0" rtlCol="0" anchor="ctr"/>
          <a:lstStyle/>
          <a:p>
            <a:pPr algn="l" indent="0" marL="0">
              <a:lnSpc>
                <a:spcPts val="6200"/>
              </a:lnSpc>
              <a:buNone/>
            </a:pPr>
            <a:r>
              <a:rPr lang="en-US" sz="5000" b="1" spc="-150" kern="0" dirty="0">
                <a:solidFill>
                  <a:srgbClr val="FFFFFF"/>
                </a:solidFill>
                <a:latin typeface="Arial" pitchFamily="34" charset="0"/>
                <a:ea typeface="Arial" pitchFamily="34" charset="-122"/>
                <a:cs typeface="Arial" pitchFamily="34" charset="-120"/>
              </a:rPr>
              <a:t>You will be a pro at every one</a:t>
            </a:r>
            <a:endParaRPr lang="en-US" sz="5000" dirty="0"/>
          </a:p>
          <a:p>
            <a:pPr algn="l" indent="0" marL="0">
              <a:lnSpc>
                <a:spcPts val="6200"/>
              </a:lnSpc>
              <a:buNone/>
            </a:pPr>
            <a:r>
              <a:rPr lang="en-US" sz="5000" b="1" spc="-150" kern="0" dirty="0">
                <a:solidFill>
                  <a:srgbClr val="FFFFFF"/>
                </a:solidFill>
                <a:latin typeface="Arial" pitchFamily="34" charset="0"/>
                <a:ea typeface="Arial" pitchFamily="34" charset="-122"/>
                <a:cs typeface="Arial" pitchFamily="34" charset="-120"/>
              </a:rPr>
              <a:t>of these by the end of this year.</a:t>
            </a:r>
            <a:endParaRPr lang="en-US" sz="5000" dirty="0"/>
          </a:p>
        </p:txBody>
      </p:sp>
      <p:sp>
        <p:nvSpPr>
          <p:cNvPr id="12" name="Text 10"/>
          <p:cNvSpPr/>
          <p:nvPr/>
        </p:nvSpPr>
        <p:spPr>
          <a:xfrm>
            <a:off x="822960" y="4892040"/>
            <a:ext cx="10545775" cy="640080"/>
          </a:xfrm>
          <a:prstGeom prst="rect">
            <a:avLst/>
          </a:prstGeom>
          <a:noFill/>
          <a:ln/>
        </p:spPr>
        <p:txBody>
          <a:bodyPr wrap="square" lIns="0" tIns="0" rIns="0" bIns="0" rtlCol="0" anchor="ctr"/>
          <a:lstStyle/>
          <a:p>
            <a:pPr algn="l" indent="0" marL="0">
              <a:buNone/>
            </a:pPr>
            <a:r>
              <a:rPr lang="en-US" sz="2800" dirty="0">
                <a:solidFill>
                  <a:srgbClr val="E8B84B"/>
                </a:solidFill>
                <a:latin typeface="Calibri" pitchFamily="34" charset="0"/>
                <a:ea typeface="Calibri" pitchFamily="34" charset="-122"/>
                <a:cs typeface="Calibri" pitchFamily="34" charset="-120"/>
              </a:rPr>
              <a:t>Today you used all four of them and nobody warned you first.</a:t>
            </a:r>
            <a:endParaRPr lang="en-US" sz="2800" dirty="0"/>
          </a:p>
        </p:txBody>
      </p:sp>
      <p:sp>
        <p:nvSpPr>
          <p:cNvPr id="13" name="Text 11"/>
          <p:cNvSpPr/>
          <p:nvPr/>
        </p:nvSpPr>
        <p:spPr>
          <a:xfrm>
            <a:off x="822960" y="5623560"/>
            <a:ext cx="10545775" cy="548640"/>
          </a:xfrm>
          <a:prstGeom prst="rect">
            <a:avLst/>
          </a:prstGeom>
          <a:noFill/>
          <a:ln/>
        </p:spPr>
        <p:txBody>
          <a:bodyPr wrap="square" lIns="0" tIns="0" rIns="0" bIns="0" rtlCol="0" anchor="ctr"/>
          <a:lstStyle/>
          <a:p>
            <a:pPr algn="l" indent="0" marL="0">
              <a:buNone/>
            </a:pPr>
            <a:r>
              <a:rPr lang="en-US" sz="2100" dirty="0">
                <a:solidFill>
                  <a:srgbClr val="7B8CA6"/>
                </a:solidFill>
                <a:latin typeface="Calibri" pitchFamily="34" charset="0"/>
                <a:ea typeface="Calibri" pitchFamily="34" charset="-122"/>
                <a:cs typeface="Calibri" pitchFamily="34" charset="-120"/>
              </a:rPr>
              <a:t>That is the deal in here. You try it, then we name it.</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WHAT ACTUALLY HAPPENED · IN THIS ROOM · FIVE MINUTES AGO</a:t>
            </a:r>
            <a:endParaRPr lang="en-US" sz="1600" dirty="0"/>
          </a:p>
        </p:txBody>
      </p:sp>
      <p:sp>
        <p:nvSpPr>
          <p:cNvPr id="3" name="Text 1"/>
          <p:cNvSpPr/>
          <p:nvPr/>
        </p:nvSpPr>
        <p:spPr>
          <a:xfrm>
            <a:off x="822960" y="914400"/>
            <a:ext cx="10545775" cy="914400"/>
          </a:xfrm>
          <a:prstGeom prst="rect">
            <a:avLst/>
          </a:prstGeom>
          <a:noFill/>
          <a:ln/>
        </p:spPr>
        <p:txBody>
          <a:bodyPr wrap="square" lIns="0" tIns="0" rIns="0" bIns="0" rtlCol="0" anchor="ctr"/>
          <a:lstStyle/>
          <a:p>
            <a:pPr algn="l" indent="0" marL="0">
              <a:buNone/>
            </a:pPr>
            <a:r>
              <a:rPr lang="en-US" sz="4600" b="1" spc="-100" kern="0" dirty="0">
                <a:solidFill>
                  <a:srgbClr val="FFFFFF"/>
                </a:solidFill>
                <a:latin typeface="Arial" pitchFamily="34" charset="0"/>
                <a:ea typeface="Arial" pitchFamily="34" charset="-122"/>
                <a:cs typeface="Arial" pitchFamily="34" charset="-120"/>
              </a:rPr>
              <a:t>You just did all seven of these.</a:t>
            </a:r>
            <a:endParaRPr lang="en-US" sz="4600" dirty="0"/>
          </a:p>
        </p:txBody>
      </p:sp>
      <p:sp>
        <p:nvSpPr>
          <p:cNvPr id="4" name="Shape 2"/>
          <p:cNvSpPr/>
          <p:nvPr/>
        </p:nvSpPr>
        <p:spPr>
          <a:xfrm>
            <a:off x="822960" y="2148840"/>
            <a:ext cx="1240057" cy="603504"/>
          </a:xfrm>
          <a:prstGeom prst="roundRect">
            <a:avLst>
              <a:gd name="adj" fmla="val 12121"/>
            </a:avLst>
          </a:prstGeom>
          <a:solidFill>
            <a:srgbClr val="172E4F"/>
          </a:solidFill>
          <a:ln w="12700">
            <a:solidFill>
              <a:srgbClr val="7B8CA6"/>
            </a:solidFill>
            <a:prstDash val="solid"/>
          </a:ln>
        </p:spPr>
      </p:sp>
      <p:sp>
        <p:nvSpPr>
          <p:cNvPr id="5" name="Text 3"/>
          <p:cNvSpPr/>
          <p:nvPr/>
        </p:nvSpPr>
        <p:spPr>
          <a:xfrm>
            <a:off x="822960" y="2148840"/>
            <a:ext cx="1240057"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CONFUSED</a:t>
            </a:r>
            <a:endParaRPr lang="en-US" sz="1300" dirty="0"/>
          </a:p>
        </p:txBody>
      </p:sp>
      <p:sp>
        <p:nvSpPr>
          <p:cNvPr id="6" name="Text 4"/>
          <p:cNvSpPr/>
          <p:nvPr/>
        </p:nvSpPr>
        <p:spPr>
          <a:xfrm>
            <a:off x="768096" y="2880360"/>
            <a:ext cx="1349785" cy="685800"/>
          </a:xfrm>
          <a:prstGeom prst="rect">
            <a:avLst/>
          </a:prstGeom>
          <a:noFill/>
          <a:ln/>
        </p:spPr>
        <p:txBody>
          <a:bodyPr wrap="square" lIns="0" tIns="0" rIns="0" bIns="0" rtlCol="0" anchor="t"/>
          <a:lstStyle/>
          <a:p>
            <a:pPr algn="ctr" indent="0" marL="0">
              <a:lnSpc>
                <a:spcPts val="1600"/>
              </a:lnSpc>
              <a:buNone/>
            </a:pPr>
            <a:r>
              <a:rPr lang="en-US" sz="1300" dirty="0">
                <a:solidFill>
                  <a:srgbClr val="E8B84B"/>
                </a:solidFill>
                <a:latin typeface="Calibri" pitchFamily="34" charset="0"/>
                <a:ea typeface="Calibri" pitchFamily="34" charset="-122"/>
                <a:cs typeface="Calibri" pitchFamily="34" charset="-120"/>
              </a:rPr>
              <a:t>why am I adding 15?</a:t>
            </a:r>
            <a:endParaRPr lang="en-US" sz="1300" dirty="0"/>
          </a:p>
        </p:txBody>
      </p:sp>
      <p:sp>
        <p:nvSpPr>
          <p:cNvPr id="7" name="Text 5"/>
          <p:cNvSpPr/>
          <p:nvPr/>
        </p:nvSpPr>
        <p:spPr>
          <a:xfrm>
            <a:off x="2117881" y="2148840"/>
            <a:ext cx="201168" cy="603504"/>
          </a:xfrm>
          <a:prstGeom prst="rect">
            <a:avLst/>
          </a:prstGeom>
          <a:noFill/>
          <a:ln/>
        </p:spPr>
        <p:txBody>
          <a:bodyPr wrap="square" lIns="0" tIns="0" rIns="0" bIns="0" rtlCol="0" anchor="ctr"/>
          <a:lstStyle/>
          <a:p>
            <a:pPr algn="ctr" indent="0" marL="0">
              <a:buNone/>
            </a:pPr>
            <a:r>
              <a:rPr lang="en-US" sz="1300" b="1" dirty="0">
                <a:solidFill>
                  <a:srgbClr val="E8B84B"/>
                </a:solidFill>
                <a:latin typeface="Arial" pitchFamily="34" charset="0"/>
                <a:ea typeface="Arial" pitchFamily="34" charset="-122"/>
                <a:cs typeface="Arial" pitchFamily="34" charset="-120"/>
              </a:rPr>
              <a:t>→</a:t>
            </a:r>
            <a:endParaRPr lang="en-US" sz="1300" dirty="0"/>
          </a:p>
        </p:txBody>
      </p:sp>
      <p:sp>
        <p:nvSpPr>
          <p:cNvPr id="8" name="Shape 6"/>
          <p:cNvSpPr/>
          <p:nvPr/>
        </p:nvSpPr>
        <p:spPr>
          <a:xfrm>
            <a:off x="2373913" y="2148840"/>
            <a:ext cx="1240057" cy="603504"/>
          </a:xfrm>
          <a:prstGeom prst="roundRect">
            <a:avLst>
              <a:gd name="adj" fmla="val 12121"/>
            </a:avLst>
          </a:prstGeom>
          <a:solidFill>
            <a:srgbClr val="172E4F"/>
          </a:solidFill>
          <a:ln w="12700">
            <a:solidFill>
              <a:srgbClr val="7B8CA6"/>
            </a:solidFill>
            <a:prstDash val="solid"/>
          </a:ln>
        </p:spPr>
      </p:sp>
      <p:sp>
        <p:nvSpPr>
          <p:cNvPr id="9" name="Text 7"/>
          <p:cNvSpPr/>
          <p:nvPr/>
        </p:nvSpPr>
        <p:spPr>
          <a:xfrm>
            <a:off x="2373913" y="2148840"/>
            <a:ext cx="1240057"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TRY</a:t>
            </a:r>
            <a:endParaRPr lang="en-US" sz="1300" dirty="0"/>
          </a:p>
        </p:txBody>
      </p:sp>
      <p:sp>
        <p:nvSpPr>
          <p:cNvPr id="10" name="Text 8"/>
          <p:cNvSpPr/>
          <p:nvPr/>
        </p:nvSpPr>
        <p:spPr>
          <a:xfrm>
            <a:off x="2319049" y="2880360"/>
            <a:ext cx="1349785" cy="685800"/>
          </a:xfrm>
          <a:prstGeom prst="rect">
            <a:avLst/>
          </a:prstGeom>
          <a:noFill/>
          <a:ln/>
        </p:spPr>
        <p:txBody>
          <a:bodyPr wrap="square" lIns="0" tIns="0" rIns="0" bIns="0" rtlCol="0" anchor="t"/>
          <a:lstStyle/>
          <a:p>
            <a:pPr algn="ctr" indent="0" marL="0">
              <a:lnSpc>
                <a:spcPts val="1600"/>
              </a:lnSpc>
              <a:buNone/>
            </a:pPr>
            <a:r>
              <a:rPr lang="en-US" sz="1300" dirty="0">
                <a:solidFill>
                  <a:srgbClr val="E8B84B"/>
                </a:solidFill>
                <a:latin typeface="Calibri" pitchFamily="34" charset="0"/>
                <a:ea typeface="Calibri" pitchFamily="34" charset="-122"/>
                <a:cs typeface="Calibri" pitchFamily="34" charset="-120"/>
              </a:rPr>
              <a:t>you did it anyway</a:t>
            </a:r>
            <a:endParaRPr lang="en-US" sz="1300" dirty="0"/>
          </a:p>
        </p:txBody>
      </p:sp>
      <p:sp>
        <p:nvSpPr>
          <p:cNvPr id="11" name="Text 9"/>
          <p:cNvSpPr/>
          <p:nvPr/>
        </p:nvSpPr>
        <p:spPr>
          <a:xfrm>
            <a:off x="3668834" y="2148840"/>
            <a:ext cx="201168" cy="603504"/>
          </a:xfrm>
          <a:prstGeom prst="rect">
            <a:avLst/>
          </a:prstGeom>
          <a:noFill/>
          <a:ln/>
        </p:spPr>
        <p:txBody>
          <a:bodyPr wrap="square" lIns="0" tIns="0" rIns="0" bIns="0" rtlCol="0" anchor="ctr"/>
          <a:lstStyle/>
          <a:p>
            <a:pPr algn="ctr" indent="0" marL="0">
              <a:buNone/>
            </a:pPr>
            <a:r>
              <a:rPr lang="en-US" sz="1300" b="1" dirty="0">
                <a:solidFill>
                  <a:srgbClr val="E8B84B"/>
                </a:solidFill>
                <a:latin typeface="Arial" pitchFamily="34" charset="0"/>
                <a:ea typeface="Arial" pitchFamily="34" charset="-122"/>
                <a:cs typeface="Arial" pitchFamily="34" charset="-120"/>
              </a:rPr>
              <a:t>→</a:t>
            </a:r>
            <a:endParaRPr lang="en-US" sz="1300" dirty="0"/>
          </a:p>
        </p:txBody>
      </p:sp>
      <p:sp>
        <p:nvSpPr>
          <p:cNvPr id="12" name="Shape 10"/>
          <p:cNvSpPr/>
          <p:nvPr/>
        </p:nvSpPr>
        <p:spPr>
          <a:xfrm>
            <a:off x="3924866" y="2148840"/>
            <a:ext cx="1240057" cy="603504"/>
          </a:xfrm>
          <a:prstGeom prst="roundRect">
            <a:avLst>
              <a:gd name="adj" fmla="val 12121"/>
            </a:avLst>
          </a:prstGeom>
          <a:solidFill>
            <a:srgbClr val="172E4F"/>
          </a:solidFill>
          <a:ln w="12700">
            <a:solidFill>
              <a:srgbClr val="7B8CA6"/>
            </a:solidFill>
            <a:prstDash val="solid"/>
          </a:ln>
        </p:spPr>
      </p:sp>
      <p:sp>
        <p:nvSpPr>
          <p:cNvPr id="13" name="Text 11"/>
          <p:cNvSpPr/>
          <p:nvPr/>
        </p:nvSpPr>
        <p:spPr>
          <a:xfrm>
            <a:off x="3924866" y="2148840"/>
            <a:ext cx="1240057"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RECORD</a:t>
            </a:r>
            <a:endParaRPr lang="en-US" sz="1300" dirty="0"/>
          </a:p>
        </p:txBody>
      </p:sp>
      <p:sp>
        <p:nvSpPr>
          <p:cNvPr id="14" name="Text 12"/>
          <p:cNvSpPr/>
          <p:nvPr/>
        </p:nvSpPr>
        <p:spPr>
          <a:xfrm>
            <a:off x="3870002" y="2880360"/>
            <a:ext cx="1349785" cy="685800"/>
          </a:xfrm>
          <a:prstGeom prst="rect">
            <a:avLst/>
          </a:prstGeom>
          <a:noFill/>
          <a:ln/>
        </p:spPr>
        <p:txBody>
          <a:bodyPr wrap="square" lIns="0" tIns="0" rIns="0" bIns="0" rtlCol="0" anchor="t"/>
          <a:lstStyle/>
          <a:p>
            <a:pPr algn="ctr" indent="0" marL="0">
              <a:lnSpc>
                <a:spcPts val="1600"/>
              </a:lnSpc>
              <a:buNone/>
            </a:pPr>
            <a:r>
              <a:rPr lang="en-US" sz="1300" dirty="0">
                <a:solidFill>
                  <a:srgbClr val="E8B84B"/>
                </a:solidFill>
                <a:latin typeface="Calibri" pitchFamily="34" charset="0"/>
                <a:ea typeface="Calibri" pitchFamily="34" charset="-122"/>
                <a:cs typeface="Calibri" pitchFamily="34" charset="-120"/>
              </a:rPr>
              <a:t>one result per line</a:t>
            </a:r>
            <a:endParaRPr lang="en-US" sz="1300" dirty="0"/>
          </a:p>
        </p:txBody>
      </p:sp>
      <p:sp>
        <p:nvSpPr>
          <p:cNvPr id="15" name="Text 13"/>
          <p:cNvSpPr/>
          <p:nvPr/>
        </p:nvSpPr>
        <p:spPr>
          <a:xfrm>
            <a:off x="5219787" y="2148840"/>
            <a:ext cx="201168" cy="603504"/>
          </a:xfrm>
          <a:prstGeom prst="rect">
            <a:avLst/>
          </a:prstGeom>
          <a:noFill/>
          <a:ln/>
        </p:spPr>
        <p:txBody>
          <a:bodyPr wrap="square" lIns="0" tIns="0" rIns="0" bIns="0" rtlCol="0" anchor="ctr"/>
          <a:lstStyle/>
          <a:p>
            <a:pPr algn="ctr" indent="0" marL="0">
              <a:buNone/>
            </a:pPr>
            <a:r>
              <a:rPr lang="en-US" sz="1300" b="1" dirty="0">
                <a:solidFill>
                  <a:srgbClr val="E8B84B"/>
                </a:solidFill>
                <a:latin typeface="Arial" pitchFamily="34" charset="0"/>
                <a:ea typeface="Arial" pitchFamily="34" charset="-122"/>
                <a:cs typeface="Arial" pitchFamily="34" charset="-120"/>
              </a:rPr>
              <a:t>→</a:t>
            </a:r>
            <a:endParaRPr lang="en-US" sz="1300" dirty="0"/>
          </a:p>
        </p:txBody>
      </p:sp>
      <p:sp>
        <p:nvSpPr>
          <p:cNvPr id="16" name="Shape 14"/>
          <p:cNvSpPr/>
          <p:nvPr/>
        </p:nvSpPr>
        <p:spPr>
          <a:xfrm>
            <a:off x="5475819" y="2148840"/>
            <a:ext cx="1240057" cy="603504"/>
          </a:xfrm>
          <a:prstGeom prst="roundRect">
            <a:avLst>
              <a:gd name="adj" fmla="val 12121"/>
            </a:avLst>
          </a:prstGeom>
          <a:solidFill>
            <a:srgbClr val="172E4F"/>
          </a:solidFill>
          <a:ln w="12700">
            <a:solidFill>
              <a:srgbClr val="7B8CA6"/>
            </a:solidFill>
            <a:prstDash val="solid"/>
          </a:ln>
        </p:spPr>
      </p:sp>
      <p:sp>
        <p:nvSpPr>
          <p:cNvPr id="17" name="Text 15"/>
          <p:cNvSpPr/>
          <p:nvPr/>
        </p:nvSpPr>
        <p:spPr>
          <a:xfrm>
            <a:off x="5475819" y="2148840"/>
            <a:ext cx="1240057"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NOTICE</a:t>
            </a:r>
            <a:endParaRPr lang="en-US" sz="1300" dirty="0"/>
          </a:p>
        </p:txBody>
      </p:sp>
      <p:sp>
        <p:nvSpPr>
          <p:cNvPr id="18" name="Text 16"/>
          <p:cNvSpPr/>
          <p:nvPr/>
        </p:nvSpPr>
        <p:spPr>
          <a:xfrm>
            <a:off x="5420955" y="2880360"/>
            <a:ext cx="1349785" cy="685800"/>
          </a:xfrm>
          <a:prstGeom prst="rect">
            <a:avLst/>
          </a:prstGeom>
          <a:noFill/>
          <a:ln/>
        </p:spPr>
        <p:txBody>
          <a:bodyPr wrap="square" lIns="0" tIns="0" rIns="0" bIns="0" rtlCol="0" anchor="t"/>
          <a:lstStyle/>
          <a:p>
            <a:pPr algn="ctr" indent="0" marL="0">
              <a:lnSpc>
                <a:spcPts val="1600"/>
              </a:lnSpc>
              <a:buNone/>
            </a:pPr>
            <a:r>
              <a:rPr lang="en-US" sz="1300" dirty="0">
                <a:solidFill>
                  <a:srgbClr val="E8B84B"/>
                </a:solidFill>
                <a:latin typeface="Calibri" pitchFamily="34" charset="0"/>
                <a:ea typeface="Calibri" pitchFamily="34" charset="-122"/>
                <a:cs typeface="Calibri" pitchFamily="34" charset="-120"/>
              </a:rPr>
              <a:t>everyone landed on 3</a:t>
            </a:r>
            <a:endParaRPr lang="en-US" sz="1300" dirty="0"/>
          </a:p>
        </p:txBody>
      </p:sp>
      <p:sp>
        <p:nvSpPr>
          <p:cNvPr id="19" name="Text 17"/>
          <p:cNvSpPr/>
          <p:nvPr/>
        </p:nvSpPr>
        <p:spPr>
          <a:xfrm>
            <a:off x="6770740" y="2148840"/>
            <a:ext cx="201168" cy="603504"/>
          </a:xfrm>
          <a:prstGeom prst="rect">
            <a:avLst/>
          </a:prstGeom>
          <a:noFill/>
          <a:ln/>
        </p:spPr>
        <p:txBody>
          <a:bodyPr wrap="square" lIns="0" tIns="0" rIns="0" bIns="0" rtlCol="0" anchor="ctr"/>
          <a:lstStyle/>
          <a:p>
            <a:pPr algn="ctr" indent="0" marL="0">
              <a:buNone/>
            </a:pPr>
            <a:r>
              <a:rPr lang="en-US" sz="1300" b="1" dirty="0">
                <a:solidFill>
                  <a:srgbClr val="E8B84B"/>
                </a:solidFill>
                <a:latin typeface="Arial" pitchFamily="34" charset="0"/>
                <a:ea typeface="Arial" pitchFamily="34" charset="-122"/>
                <a:cs typeface="Arial" pitchFamily="34" charset="-120"/>
              </a:rPr>
              <a:t>→</a:t>
            </a:r>
            <a:endParaRPr lang="en-US" sz="1300" dirty="0"/>
          </a:p>
        </p:txBody>
      </p:sp>
      <p:sp>
        <p:nvSpPr>
          <p:cNvPr id="20" name="Shape 18"/>
          <p:cNvSpPr/>
          <p:nvPr/>
        </p:nvSpPr>
        <p:spPr>
          <a:xfrm>
            <a:off x="7026772" y="2148840"/>
            <a:ext cx="1240057" cy="603504"/>
          </a:xfrm>
          <a:prstGeom prst="roundRect">
            <a:avLst>
              <a:gd name="adj" fmla="val 12121"/>
            </a:avLst>
          </a:prstGeom>
          <a:solidFill>
            <a:srgbClr val="172E4F"/>
          </a:solidFill>
          <a:ln w="12700">
            <a:solidFill>
              <a:srgbClr val="7B8CA6"/>
            </a:solidFill>
            <a:prstDash val="solid"/>
          </a:ln>
        </p:spPr>
      </p:sp>
      <p:sp>
        <p:nvSpPr>
          <p:cNvPr id="21" name="Text 19"/>
          <p:cNvSpPr/>
          <p:nvPr/>
        </p:nvSpPr>
        <p:spPr>
          <a:xfrm>
            <a:off x="7026772" y="2148840"/>
            <a:ext cx="1240057"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REVISE</a:t>
            </a:r>
            <a:endParaRPr lang="en-US" sz="1300" dirty="0"/>
          </a:p>
        </p:txBody>
      </p:sp>
      <p:sp>
        <p:nvSpPr>
          <p:cNvPr id="22" name="Text 20"/>
          <p:cNvSpPr/>
          <p:nvPr/>
        </p:nvSpPr>
        <p:spPr>
          <a:xfrm>
            <a:off x="6971908" y="2880360"/>
            <a:ext cx="1349785" cy="685800"/>
          </a:xfrm>
          <a:prstGeom prst="rect">
            <a:avLst/>
          </a:prstGeom>
          <a:noFill/>
          <a:ln/>
        </p:spPr>
        <p:txBody>
          <a:bodyPr wrap="square" lIns="0" tIns="0" rIns="0" bIns="0" rtlCol="0" anchor="t"/>
          <a:lstStyle/>
          <a:p>
            <a:pPr algn="ctr" indent="0" marL="0">
              <a:lnSpc>
                <a:spcPts val="1600"/>
              </a:lnSpc>
              <a:buNone/>
            </a:pPr>
            <a:r>
              <a:rPr lang="en-US" sz="1300" dirty="0">
                <a:solidFill>
                  <a:srgbClr val="E8B84B"/>
                </a:solidFill>
                <a:latin typeface="Calibri" pitchFamily="34" charset="0"/>
                <a:ea typeface="Calibri" pitchFamily="34" charset="-122"/>
                <a:cs typeface="Calibri" pitchFamily="34" charset="-120"/>
              </a:rPr>
              <a:t>traced the wrong turn</a:t>
            </a:r>
            <a:endParaRPr lang="en-US" sz="1300" dirty="0"/>
          </a:p>
        </p:txBody>
      </p:sp>
      <p:sp>
        <p:nvSpPr>
          <p:cNvPr id="23" name="Text 21"/>
          <p:cNvSpPr/>
          <p:nvPr/>
        </p:nvSpPr>
        <p:spPr>
          <a:xfrm>
            <a:off x="8321693" y="2148840"/>
            <a:ext cx="201168" cy="603504"/>
          </a:xfrm>
          <a:prstGeom prst="rect">
            <a:avLst/>
          </a:prstGeom>
          <a:noFill/>
          <a:ln/>
        </p:spPr>
        <p:txBody>
          <a:bodyPr wrap="square" lIns="0" tIns="0" rIns="0" bIns="0" rtlCol="0" anchor="ctr"/>
          <a:lstStyle/>
          <a:p>
            <a:pPr algn="ctr" indent="0" marL="0">
              <a:buNone/>
            </a:pPr>
            <a:r>
              <a:rPr lang="en-US" sz="1300" b="1" dirty="0">
                <a:solidFill>
                  <a:srgbClr val="E8B84B"/>
                </a:solidFill>
                <a:latin typeface="Arial" pitchFamily="34" charset="0"/>
                <a:ea typeface="Arial" pitchFamily="34" charset="-122"/>
                <a:cs typeface="Arial" pitchFamily="34" charset="-120"/>
              </a:rPr>
              <a:t>→</a:t>
            </a:r>
            <a:endParaRPr lang="en-US" sz="1300" dirty="0"/>
          </a:p>
        </p:txBody>
      </p:sp>
      <p:sp>
        <p:nvSpPr>
          <p:cNvPr id="24" name="Shape 22"/>
          <p:cNvSpPr/>
          <p:nvPr/>
        </p:nvSpPr>
        <p:spPr>
          <a:xfrm>
            <a:off x="8577725" y="2148840"/>
            <a:ext cx="1240057" cy="603504"/>
          </a:xfrm>
          <a:prstGeom prst="roundRect">
            <a:avLst>
              <a:gd name="adj" fmla="val 12121"/>
            </a:avLst>
          </a:prstGeom>
          <a:solidFill>
            <a:srgbClr val="172E4F"/>
          </a:solidFill>
          <a:ln w="12700">
            <a:solidFill>
              <a:srgbClr val="7B8CA6"/>
            </a:solidFill>
            <a:prstDash val="solid"/>
          </a:ln>
        </p:spPr>
      </p:sp>
      <p:sp>
        <p:nvSpPr>
          <p:cNvPr id="25" name="Text 23"/>
          <p:cNvSpPr/>
          <p:nvPr/>
        </p:nvSpPr>
        <p:spPr>
          <a:xfrm>
            <a:off x="8577725" y="2148840"/>
            <a:ext cx="1240057"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UNDERSTAND</a:t>
            </a:r>
            <a:endParaRPr lang="en-US" sz="1300" dirty="0"/>
          </a:p>
        </p:txBody>
      </p:sp>
      <p:sp>
        <p:nvSpPr>
          <p:cNvPr id="26" name="Text 24"/>
          <p:cNvSpPr/>
          <p:nvPr/>
        </p:nvSpPr>
        <p:spPr>
          <a:xfrm>
            <a:off x="8522861" y="2880360"/>
            <a:ext cx="1349785" cy="685800"/>
          </a:xfrm>
          <a:prstGeom prst="rect">
            <a:avLst/>
          </a:prstGeom>
          <a:noFill/>
          <a:ln/>
        </p:spPr>
        <p:txBody>
          <a:bodyPr wrap="square" lIns="0" tIns="0" rIns="0" bIns="0" rtlCol="0" anchor="t"/>
          <a:lstStyle/>
          <a:p>
            <a:pPr algn="ctr" indent="0" marL="0">
              <a:lnSpc>
                <a:spcPts val="1600"/>
              </a:lnSpc>
              <a:buNone/>
            </a:pPr>
            <a:r>
              <a:rPr lang="en-US" sz="1300" dirty="0">
                <a:solidFill>
                  <a:srgbClr val="E8B84B"/>
                </a:solidFill>
                <a:latin typeface="Calibri" pitchFamily="34" charset="0"/>
                <a:ea typeface="Calibri" pitchFamily="34" charset="-122"/>
                <a:cs typeface="Calibri" pitchFamily="34" charset="-120"/>
              </a:rPr>
              <a:t>the circled number cancels</a:t>
            </a:r>
            <a:endParaRPr lang="en-US" sz="1300" dirty="0"/>
          </a:p>
        </p:txBody>
      </p:sp>
      <p:sp>
        <p:nvSpPr>
          <p:cNvPr id="27" name="Text 25"/>
          <p:cNvSpPr/>
          <p:nvPr/>
        </p:nvSpPr>
        <p:spPr>
          <a:xfrm>
            <a:off x="9872646" y="2148840"/>
            <a:ext cx="201168" cy="603504"/>
          </a:xfrm>
          <a:prstGeom prst="rect">
            <a:avLst/>
          </a:prstGeom>
          <a:noFill/>
          <a:ln/>
        </p:spPr>
        <p:txBody>
          <a:bodyPr wrap="square" lIns="0" tIns="0" rIns="0" bIns="0" rtlCol="0" anchor="ctr"/>
          <a:lstStyle/>
          <a:p>
            <a:pPr algn="ctr" indent="0" marL="0">
              <a:buNone/>
            </a:pPr>
            <a:r>
              <a:rPr lang="en-US" sz="1300" b="1" dirty="0">
                <a:solidFill>
                  <a:srgbClr val="E8B84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10128678" y="2148840"/>
            <a:ext cx="1240057" cy="603504"/>
          </a:xfrm>
          <a:prstGeom prst="roundRect">
            <a:avLst>
              <a:gd name="adj" fmla="val 12121"/>
            </a:avLst>
          </a:prstGeom>
          <a:solidFill>
            <a:srgbClr val="172E4F"/>
          </a:solidFill>
          <a:ln w="12700">
            <a:solidFill>
              <a:srgbClr val="7B8CA6"/>
            </a:solidFill>
            <a:prstDash val="solid"/>
          </a:ln>
        </p:spPr>
      </p:sp>
      <p:sp>
        <p:nvSpPr>
          <p:cNvPr id="29" name="Text 27"/>
          <p:cNvSpPr/>
          <p:nvPr/>
        </p:nvSpPr>
        <p:spPr>
          <a:xfrm>
            <a:off x="10128678" y="2148840"/>
            <a:ext cx="1240057"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EXPLAIN</a:t>
            </a:r>
            <a:endParaRPr lang="en-US" sz="1300" dirty="0"/>
          </a:p>
        </p:txBody>
      </p:sp>
      <p:sp>
        <p:nvSpPr>
          <p:cNvPr id="30" name="Text 28"/>
          <p:cNvSpPr/>
          <p:nvPr/>
        </p:nvSpPr>
        <p:spPr>
          <a:xfrm>
            <a:off x="10073814" y="2880360"/>
            <a:ext cx="1349785" cy="685800"/>
          </a:xfrm>
          <a:prstGeom prst="rect">
            <a:avLst/>
          </a:prstGeom>
          <a:noFill/>
          <a:ln/>
        </p:spPr>
        <p:txBody>
          <a:bodyPr wrap="square" lIns="0" tIns="0" rIns="0" bIns="0" rtlCol="0" anchor="t"/>
          <a:lstStyle/>
          <a:p>
            <a:pPr algn="ctr" indent="0" marL="0">
              <a:lnSpc>
                <a:spcPts val="1600"/>
              </a:lnSpc>
              <a:buNone/>
            </a:pPr>
            <a:r>
              <a:rPr lang="en-US" sz="1300" dirty="0">
                <a:solidFill>
                  <a:srgbClr val="E8B84B"/>
                </a:solidFill>
                <a:latin typeface="Calibri" pitchFamily="34" charset="0"/>
                <a:ea typeface="Calibri" pitchFamily="34" charset="-122"/>
                <a:cs typeface="Calibri" pitchFamily="34" charset="-120"/>
              </a:rPr>
              <a:t>you could run it on someone else</a:t>
            </a:r>
            <a:endParaRPr lang="en-US" sz="1300" dirty="0"/>
          </a:p>
        </p:txBody>
      </p:sp>
      <p:sp>
        <p:nvSpPr>
          <p:cNvPr id="31" name="Text 29"/>
          <p:cNvSpPr/>
          <p:nvPr/>
        </p:nvSpPr>
        <p:spPr>
          <a:xfrm>
            <a:off x="822960" y="4069080"/>
            <a:ext cx="10545775" cy="1325880"/>
          </a:xfrm>
          <a:prstGeom prst="rect">
            <a:avLst/>
          </a:prstGeom>
          <a:noFill/>
          <a:ln/>
        </p:spPr>
        <p:txBody>
          <a:bodyPr wrap="square" lIns="0" tIns="0" rIns="0" bIns="0" rtlCol="0" anchor="ctr"/>
          <a:lstStyle/>
          <a:p>
            <a:pPr algn="l" indent="0" marL="0">
              <a:lnSpc>
                <a:spcPts val="5000"/>
              </a:lnSpc>
              <a:buNone/>
            </a:pPr>
            <a:r>
              <a:rPr lang="en-US" sz="4000" b="1" spc="-100" kern="0" dirty="0">
                <a:solidFill>
                  <a:srgbClr val="E8B84B"/>
                </a:solidFill>
                <a:latin typeface="Arial" pitchFamily="34" charset="0"/>
                <a:ea typeface="Arial" pitchFamily="34" charset="-122"/>
                <a:cs typeface="Arial" pitchFamily="34" charset="-120"/>
              </a:rPr>
              <a:t>Confused is where learning begins — not where it ends.</a:t>
            </a:r>
            <a:endParaRPr lang="en-US" sz="4000" dirty="0"/>
          </a:p>
        </p:txBody>
      </p:sp>
      <p:sp>
        <p:nvSpPr>
          <p:cNvPr id="32" name="Text 30"/>
          <p:cNvSpPr/>
          <p:nvPr/>
        </p:nvSpPr>
        <p:spPr>
          <a:xfrm>
            <a:off x="822960" y="5532120"/>
            <a:ext cx="10545775" cy="502920"/>
          </a:xfrm>
          <a:prstGeom prst="rect">
            <a:avLst/>
          </a:prstGeom>
          <a:noFill/>
          <a:ln/>
        </p:spPr>
        <p:txBody>
          <a:bodyPr wrap="square" lIns="0" tIns="0" rIns="0" bIns="0" rtlCol="0" anchor="ctr"/>
          <a:lstStyle/>
          <a:p>
            <a:pPr algn="l" indent="0" marL="0">
              <a:buNone/>
            </a:pPr>
            <a:r>
              <a:rPr lang="en-US" sz="2100" dirty="0">
                <a:solidFill>
                  <a:srgbClr val="7B8CA6"/>
                </a:solidFill>
                <a:latin typeface="Calibri" pitchFamily="34" charset="0"/>
                <a:ea typeface="Calibri" pitchFamily="34" charset="-122"/>
                <a:cs typeface="Calibri" pitchFamily="34" charset="-120"/>
              </a:rPr>
              <a:t>Nobody in here knew where step 3 was going. It still worked out.</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NO PAPER · JUST LISTEN</a:t>
            </a:r>
            <a:endParaRPr lang="en-US" sz="1600" dirty="0"/>
          </a:p>
        </p:txBody>
      </p:sp>
      <p:sp>
        <p:nvSpPr>
          <p:cNvPr id="3" name="Text 1"/>
          <p:cNvSpPr/>
          <p:nvPr/>
        </p:nvSpPr>
        <p:spPr>
          <a:xfrm>
            <a:off x="822960" y="914400"/>
            <a:ext cx="10545775" cy="1005840"/>
          </a:xfrm>
          <a:prstGeom prst="rect">
            <a:avLst/>
          </a:prstGeom>
          <a:noFill/>
          <a:ln/>
        </p:spPr>
        <p:txBody>
          <a:bodyPr wrap="square" lIns="0" tIns="0" rIns="0" bIns="0" rtlCol="0" anchor="t"/>
          <a:lstStyle/>
          <a:p>
            <a:pPr algn="l" indent="0" marL="0">
              <a:lnSpc>
                <a:spcPts val="7200"/>
              </a:lnSpc>
              <a:buNone/>
            </a:pPr>
            <a:r>
              <a:rPr lang="en-US" sz="4400" b="1" spc="-150" kern="0" dirty="0">
                <a:solidFill>
                  <a:srgbClr val="FFFFFF"/>
                </a:solidFill>
                <a:latin typeface="Arial" pitchFamily="34" charset="0"/>
                <a:ea typeface="Arial" pitchFamily="34" charset="-122"/>
                <a:cs typeface="Arial" pitchFamily="34" charset="-120"/>
              </a:rPr>
              <a:t>Out loud, it sounds impossible.</a:t>
            </a:r>
            <a:endParaRPr lang="en-US" sz="4400" dirty="0"/>
          </a:p>
        </p:txBody>
      </p:sp>
      <p:sp>
        <p:nvSpPr>
          <p:cNvPr id="4" name="Shape 2"/>
          <p:cNvSpPr/>
          <p:nvPr/>
        </p:nvSpPr>
        <p:spPr>
          <a:xfrm>
            <a:off x="822960" y="2148840"/>
            <a:ext cx="10545775" cy="2468880"/>
          </a:xfrm>
          <a:prstGeom prst="roundRect">
            <a:avLst>
              <a:gd name="adj" fmla="val 4444"/>
            </a:avLst>
          </a:prstGeom>
          <a:solidFill>
            <a:srgbClr val="172E4F"/>
          </a:solidFill>
          <a:ln w="12700">
            <a:solidFill>
              <a:srgbClr val="7B8CA6"/>
            </a:solidFill>
            <a:prstDash val="solid"/>
          </a:ln>
        </p:spPr>
      </p:sp>
      <p:sp>
        <p:nvSpPr>
          <p:cNvPr id="5" name="Text 3"/>
          <p:cNvSpPr/>
          <p:nvPr/>
        </p:nvSpPr>
        <p:spPr>
          <a:xfrm>
            <a:off x="1234440" y="2148840"/>
            <a:ext cx="9722815" cy="2468880"/>
          </a:xfrm>
          <a:prstGeom prst="rect">
            <a:avLst/>
          </a:prstGeom>
          <a:noFill/>
          <a:ln/>
        </p:spPr>
        <p:txBody>
          <a:bodyPr wrap="square" lIns="0" tIns="0" rIns="0" bIns="0" rtlCol="0" anchor="ctr"/>
          <a:lstStyle/>
          <a:p>
            <a:pPr algn="l" indent="0" marL="0">
              <a:lnSpc>
                <a:spcPts val="3800"/>
              </a:lnSpc>
              <a:buNone/>
            </a:pPr>
            <a:r>
              <a:rPr lang="en-US" sz="2300" dirty="0">
                <a:solidFill>
                  <a:srgbClr val="7B8CA6"/>
                </a:solidFill>
                <a:latin typeface="Courier New" pitchFamily="34" charset="0"/>
                <a:ea typeface="Courier New" pitchFamily="34" charset="-122"/>
                <a:cs typeface="Courier New" pitchFamily="34" charset="-120"/>
              </a:rPr>
              <a:t>pick a number add four multiply it by three add fifteen divide that by three now subtract the number you started with and divide what is left by three</a:t>
            </a:r>
            <a:endParaRPr lang="en-US" sz="2300" dirty="0"/>
          </a:p>
        </p:txBody>
      </p:sp>
      <p:sp>
        <p:nvSpPr>
          <p:cNvPr id="6" name="Text 4"/>
          <p:cNvSpPr/>
          <p:nvPr/>
        </p:nvSpPr>
        <p:spPr>
          <a:xfrm>
            <a:off x="822960" y="4983480"/>
            <a:ext cx="10545775" cy="548640"/>
          </a:xfrm>
          <a:prstGeom prst="rect">
            <a:avLst/>
          </a:prstGeom>
          <a:noFill/>
          <a:ln/>
        </p:spPr>
        <p:txBody>
          <a:bodyPr wrap="square" lIns="0" tIns="0" rIns="0" bIns="0" rtlCol="0" anchor="ctr"/>
          <a:lstStyle/>
          <a:p>
            <a:pPr algn="l" indent="0" marL="0">
              <a:buNone/>
            </a:pPr>
            <a:r>
              <a:rPr lang="en-US" sz="2800" dirty="0">
                <a:solidFill>
                  <a:srgbClr val="FFFFFF"/>
                </a:solidFill>
                <a:latin typeface="Calibri" pitchFamily="34" charset="0"/>
                <a:ea typeface="Calibri" pitchFamily="34" charset="-122"/>
                <a:cs typeface="Calibri" pitchFamily="34" charset="-120"/>
              </a:rPr>
              <a:t>Same six directions. Nothing written down.</a:t>
            </a: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4A5B75"/>
                </a:solidFill>
                <a:latin typeface="Courier New" pitchFamily="34" charset="0"/>
                <a:ea typeface="Courier New" pitchFamily="34" charset="-122"/>
                <a:cs typeface="Courier New" pitchFamily="34" charset="-120"/>
              </a:rPr>
              <a:t>SAME PROBLEM · ON PAPER</a:t>
            </a:r>
            <a:endParaRPr lang="en-US" sz="1600" dirty="0"/>
          </a:p>
        </p:txBody>
      </p:sp>
      <p:sp>
        <p:nvSpPr>
          <p:cNvPr id="3" name="Text 1"/>
          <p:cNvSpPr/>
          <p:nvPr/>
        </p:nvSpPr>
        <p:spPr>
          <a:xfrm>
            <a:off x="822960" y="914400"/>
            <a:ext cx="10545775" cy="1005840"/>
          </a:xfrm>
          <a:prstGeom prst="rect">
            <a:avLst/>
          </a:prstGeom>
          <a:noFill/>
          <a:ln/>
        </p:spPr>
        <p:txBody>
          <a:bodyPr wrap="square" lIns="0" tIns="0" rIns="0" bIns="0" rtlCol="0" anchor="t"/>
          <a:lstStyle/>
          <a:p>
            <a:pPr algn="l" indent="0" marL="0">
              <a:lnSpc>
                <a:spcPts val="7200"/>
              </a:lnSpc>
              <a:buNone/>
            </a:pPr>
            <a:r>
              <a:rPr lang="en-US" sz="4400" b="1" spc="-150" kern="0" dirty="0">
                <a:solidFill>
                  <a:srgbClr val="0B1B33"/>
                </a:solidFill>
                <a:latin typeface="Arial" pitchFamily="34" charset="0"/>
                <a:ea typeface="Arial" pitchFamily="34" charset="-122"/>
                <a:cs typeface="Arial" pitchFamily="34" charset="-120"/>
              </a:rPr>
              <a:t>Written down, it is one line at a time.</a:t>
            </a:r>
            <a:endParaRPr lang="en-US" sz="4400" dirty="0"/>
          </a:p>
        </p:txBody>
      </p:sp>
      <p:sp>
        <p:nvSpPr>
          <p:cNvPr id="4" name="Shape 2"/>
          <p:cNvSpPr/>
          <p:nvPr/>
        </p:nvSpPr>
        <p:spPr>
          <a:xfrm>
            <a:off x="822960" y="2240280"/>
            <a:ext cx="4572000" cy="3017520"/>
          </a:xfrm>
          <a:prstGeom prst="roundRect">
            <a:avLst>
              <a:gd name="adj" fmla="val 3636"/>
            </a:avLst>
          </a:prstGeom>
          <a:solidFill>
            <a:srgbClr val="F2F4F8"/>
          </a:solidFill>
          <a:ln w="12700">
            <a:solidFill>
              <a:srgbClr val="DCE3ED"/>
            </a:solidFill>
            <a:prstDash val="solid"/>
          </a:ln>
        </p:spPr>
      </p:sp>
      <p:sp>
        <p:nvSpPr>
          <p:cNvPr id="5" name="Text 3"/>
          <p:cNvSpPr/>
          <p:nvPr/>
        </p:nvSpPr>
        <p:spPr>
          <a:xfrm>
            <a:off x="1143000" y="2468880"/>
            <a:ext cx="3931920" cy="274320"/>
          </a:xfrm>
          <a:prstGeom prst="rect">
            <a:avLst/>
          </a:prstGeom>
          <a:noFill/>
          <a:ln/>
        </p:spPr>
        <p:txBody>
          <a:bodyPr wrap="square" lIns="0" tIns="0" rIns="0" bIns="0" rtlCol="0" anchor="ctr"/>
          <a:lstStyle/>
          <a:p>
            <a:pPr algn="l" indent="0" marL="0">
              <a:buNone/>
            </a:pPr>
            <a:r>
              <a:rPr lang="en-US" sz="1300" b="1" spc="200" kern="0" dirty="0">
                <a:solidFill>
                  <a:srgbClr val="A8B3C4"/>
                </a:solidFill>
                <a:latin typeface="Courier New" pitchFamily="34" charset="0"/>
                <a:ea typeface="Courier New" pitchFamily="34" charset="-122"/>
                <a:cs typeface="Courier New" pitchFamily="34" charset="-120"/>
              </a:rPr>
              <a:t>IN YOUR HEAD</a:t>
            </a:r>
            <a:endParaRPr lang="en-US" sz="1300" dirty="0"/>
          </a:p>
        </p:txBody>
      </p:sp>
      <p:sp>
        <p:nvSpPr>
          <p:cNvPr id="6" name="Text 4"/>
          <p:cNvSpPr/>
          <p:nvPr/>
        </p:nvSpPr>
        <p:spPr>
          <a:xfrm>
            <a:off x="1143000" y="2834640"/>
            <a:ext cx="3931920" cy="2194560"/>
          </a:xfrm>
          <a:prstGeom prst="rect">
            <a:avLst/>
          </a:prstGeom>
          <a:noFill/>
          <a:ln/>
        </p:spPr>
        <p:txBody>
          <a:bodyPr wrap="square" lIns="0" tIns="0" rIns="0" bIns="0" rtlCol="0" anchor="t"/>
          <a:lstStyle/>
          <a:p>
            <a:pPr algn="l" indent="0" marL="0">
              <a:lnSpc>
                <a:spcPts val="2400"/>
              </a:lnSpc>
              <a:buNone/>
            </a:pPr>
            <a:r>
              <a:rPr lang="en-US" sz="1500" dirty="0">
                <a:solidFill>
                  <a:srgbClr val="A8B3C4"/>
                </a:solidFill>
                <a:latin typeface="Courier New" pitchFamily="34" charset="0"/>
                <a:ea typeface="Courier New" pitchFamily="34" charset="-122"/>
                <a:cs typeface="Courier New" pitchFamily="34" charset="-120"/>
              </a:rPr>
              <a:t>pick a number add four multiply it by three add fifteen divide that by three now subtract the number you started with and divide what is left by three</a:t>
            </a:r>
            <a:endParaRPr lang="en-US" sz="1500" dirty="0"/>
          </a:p>
        </p:txBody>
      </p:sp>
      <p:sp>
        <p:nvSpPr>
          <p:cNvPr id="7" name="Shape 5"/>
          <p:cNvSpPr/>
          <p:nvPr/>
        </p:nvSpPr>
        <p:spPr>
          <a:xfrm>
            <a:off x="6035040" y="2240280"/>
            <a:ext cx="4572000" cy="3017520"/>
          </a:xfrm>
          <a:prstGeom prst="rect">
            <a:avLst/>
          </a:prstGeom>
          <a:solidFill>
            <a:srgbClr val="FFFFFF"/>
          </a:solidFill>
          <a:ln w="38100">
            <a:solidFill>
              <a:srgbClr val="0B1B33"/>
            </a:solidFill>
            <a:prstDash val="solid"/>
          </a:ln>
        </p:spPr>
      </p:sp>
      <p:sp>
        <p:nvSpPr>
          <p:cNvPr id="8" name="Text 6"/>
          <p:cNvSpPr/>
          <p:nvPr/>
        </p:nvSpPr>
        <p:spPr>
          <a:xfrm>
            <a:off x="6400800" y="2468880"/>
            <a:ext cx="3840480" cy="274320"/>
          </a:xfrm>
          <a:prstGeom prst="rect">
            <a:avLst/>
          </a:prstGeom>
          <a:noFill/>
          <a:ln/>
        </p:spPr>
        <p:txBody>
          <a:bodyPr wrap="square" lIns="0" tIns="0" rIns="0" bIns="0" rtlCol="0" anchor="ctr"/>
          <a:lstStyle/>
          <a:p>
            <a:pPr algn="l" indent="0" marL="0">
              <a:buNone/>
            </a:pPr>
            <a:r>
              <a:rPr lang="en-US" sz="1300" b="1" spc="200" kern="0" dirty="0">
                <a:solidFill>
                  <a:srgbClr val="4A5B75"/>
                </a:solidFill>
                <a:latin typeface="Courier New" pitchFamily="34" charset="0"/>
                <a:ea typeface="Courier New" pitchFamily="34" charset="-122"/>
                <a:cs typeface="Courier New" pitchFamily="34" charset="-120"/>
              </a:rPr>
              <a:t>ON PAPER</a:t>
            </a:r>
            <a:endParaRPr lang="en-US" sz="1300" dirty="0"/>
          </a:p>
        </p:txBody>
      </p:sp>
      <p:sp>
        <p:nvSpPr>
          <p:cNvPr id="9" name="Text 7"/>
          <p:cNvSpPr/>
          <p:nvPr/>
        </p:nvSpPr>
        <p:spPr>
          <a:xfrm>
            <a:off x="6446520" y="2807208"/>
            <a:ext cx="1188720" cy="310896"/>
          </a:xfrm>
          <a:prstGeom prst="rect">
            <a:avLst/>
          </a:prstGeom>
          <a:noFill/>
          <a:ln/>
        </p:spPr>
        <p:txBody>
          <a:bodyPr wrap="square" lIns="0" tIns="0" rIns="0" bIns="0" rtlCol="0" anchor="ctr"/>
          <a:lstStyle/>
          <a:p>
            <a:pPr algn="l" indent="0" marL="0">
              <a:buNone/>
            </a:pPr>
            <a:endParaRPr lang="en-US" sz="1900" dirty="0"/>
          </a:p>
        </p:txBody>
      </p:sp>
      <p:sp>
        <p:nvSpPr>
          <p:cNvPr id="10" name="Text 8"/>
          <p:cNvSpPr/>
          <p:nvPr/>
        </p:nvSpPr>
        <p:spPr>
          <a:xfrm>
            <a:off x="7726680" y="2807208"/>
            <a:ext cx="1097280" cy="310896"/>
          </a:xfrm>
          <a:prstGeom prst="rect">
            <a:avLst/>
          </a:prstGeom>
          <a:noFill/>
          <a:ln/>
        </p:spPr>
        <p:txBody>
          <a:bodyPr wrap="square" lIns="0" tIns="0" rIns="0" bIns="0" rtlCol="0" anchor="ctr"/>
          <a:lstStyle/>
          <a:p>
            <a:pPr algn="r" indent="0" marL="0">
              <a:buNone/>
            </a:pPr>
            <a:r>
              <a:rPr lang="en-US" sz="1900" b="1" dirty="0">
                <a:solidFill>
                  <a:srgbClr val="0B1B33"/>
                </a:solidFill>
                <a:latin typeface="Courier New" pitchFamily="34" charset="0"/>
                <a:ea typeface="Courier New" pitchFamily="34" charset="-122"/>
                <a:cs typeface="Courier New" pitchFamily="34" charset="-120"/>
              </a:rPr>
              <a:t>7</a:t>
            </a:r>
            <a:endParaRPr lang="en-US" sz="1900" dirty="0"/>
          </a:p>
        </p:txBody>
      </p:sp>
      <p:sp>
        <p:nvSpPr>
          <p:cNvPr id="11" name="Text 9"/>
          <p:cNvSpPr/>
          <p:nvPr/>
        </p:nvSpPr>
        <p:spPr>
          <a:xfrm>
            <a:off x="6446520" y="3140964"/>
            <a:ext cx="1188720" cy="310896"/>
          </a:xfrm>
          <a:prstGeom prst="rect">
            <a:avLst/>
          </a:prstGeom>
          <a:noFill/>
          <a:ln/>
        </p:spPr>
        <p:txBody>
          <a:bodyPr wrap="square" lIns="0" tIns="0" rIns="0" bIns="0" rtlCol="0" anchor="ctr"/>
          <a:lstStyle/>
          <a:p>
            <a:pPr algn="l" indent="0" marL="0">
              <a:buNone/>
            </a:pPr>
            <a:r>
              <a:rPr lang="en-US" sz="1900" b="1" dirty="0">
                <a:solidFill>
                  <a:srgbClr val="4A5B75"/>
                </a:solidFill>
                <a:latin typeface="Courier New" pitchFamily="34" charset="0"/>
                <a:ea typeface="Courier New" pitchFamily="34" charset="-122"/>
                <a:cs typeface="Courier New" pitchFamily="34" charset="-120"/>
              </a:rPr>
              <a:t>+  4</a:t>
            </a:r>
            <a:endParaRPr lang="en-US" sz="1900" dirty="0"/>
          </a:p>
        </p:txBody>
      </p:sp>
      <p:sp>
        <p:nvSpPr>
          <p:cNvPr id="12" name="Text 10"/>
          <p:cNvSpPr/>
          <p:nvPr/>
        </p:nvSpPr>
        <p:spPr>
          <a:xfrm>
            <a:off x="7726680" y="3140964"/>
            <a:ext cx="1097280" cy="310896"/>
          </a:xfrm>
          <a:prstGeom prst="rect">
            <a:avLst/>
          </a:prstGeom>
          <a:noFill/>
          <a:ln/>
        </p:spPr>
        <p:txBody>
          <a:bodyPr wrap="square" lIns="0" tIns="0" rIns="0" bIns="0" rtlCol="0" anchor="ctr"/>
          <a:lstStyle/>
          <a:p>
            <a:pPr algn="r" indent="0" marL="0">
              <a:buNone/>
            </a:pPr>
            <a:r>
              <a:rPr lang="en-US" sz="1900" b="1" dirty="0">
                <a:solidFill>
                  <a:srgbClr val="0B1B33"/>
                </a:solidFill>
                <a:latin typeface="Courier New" pitchFamily="34" charset="0"/>
                <a:ea typeface="Courier New" pitchFamily="34" charset="-122"/>
                <a:cs typeface="Courier New" pitchFamily="34" charset="-120"/>
              </a:rPr>
              <a:t>11</a:t>
            </a:r>
            <a:endParaRPr lang="en-US" sz="1900" dirty="0"/>
          </a:p>
        </p:txBody>
      </p:sp>
      <p:sp>
        <p:nvSpPr>
          <p:cNvPr id="13" name="Text 11"/>
          <p:cNvSpPr/>
          <p:nvPr/>
        </p:nvSpPr>
        <p:spPr>
          <a:xfrm>
            <a:off x="6446520" y="3474720"/>
            <a:ext cx="1188720" cy="310896"/>
          </a:xfrm>
          <a:prstGeom prst="rect">
            <a:avLst/>
          </a:prstGeom>
          <a:noFill/>
          <a:ln/>
        </p:spPr>
        <p:txBody>
          <a:bodyPr wrap="square" lIns="0" tIns="0" rIns="0" bIns="0" rtlCol="0" anchor="ctr"/>
          <a:lstStyle/>
          <a:p>
            <a:pPr algn="l" indent="0" marL="0">
              <a:buNone/>
            </a:pPr>
            <a:r>
              <a:rPr lang="en-US" sz="1900" b="1" dirty="0">
                <a:solidFill>
                  <a:srgbClr val="4A5B75"/>
                </a:solidFill>
                <a:latin typeface="Courier New" pitchFamily="34" charset="0"/>
                <a:ea typeface="Courier New" pitchFamily="34" charset="-122"/>
                <a:cs typeface="Courier New" pitchFamily="34" charset="-120"/>
              </a:rPr>
              <a:t>×  3</a:t>
            </a:r>
            <a:endParaRPr lang="en-US" sz="1900" dirty="0"/>
          </a:p>
        </p:txBody>
      </p:sp>
      <p:sp>
        <p:nvSpPr>
          <p:cNvPr id="14" name="Text 12"/>
          <p:cNvSpPr/>
          <p:nvPr/>
        </p:nvSpPr>
        <p:spPr>
          <a:xfrm>
            <a:off x="7726680" y="3474720"/>
            <a:ext cx="1097280" cy="310896"/>
          </a:xfrm>
          <a:prstGeom prst="rect">
            <a:avLst/>
          </a:prstGeom>
          <a:noFill/>
          <a:ln/>
        </p:spPr>
        <p:txBody>
          <a:bodyPr wrap="square" lIns="0" tIns="0" rIns="0" bIns="0" rtlCol="0" anchor="ctr"/>
          <a:lstStyle/>
          <a:p>
            <a:pPr algn="r" indent="0" marL="0">
              <a:buNone/>
            </a:pPr>
            <a:r>
              <a:rPr lang="en-US" sz="1900" b="1" dirty="0">
                <a:solidFill>
                  <a:srgbClr val="0B1B33"/>
                </a:solidFill>
                <a:latin typeface="Courier New" pitchFamily="34" charset="0"/>
                <a:ea typeface="Courier New" pitchFamily="34" charset="-122"/>
                <a:cs typeface="Courier New" pitchFamily="34" charset="-120"/>
              </a:rPr>
              <a:t>33</a:t>
            </a:r>
            <a:endParaRPr lang="en-US" sz="1900" dirty="0"/>
          </a:p>
        </p:txBody>
      </p:sp>
      <p:sp>
        <p:nvSpPr>
          <p:cNvPr id="15" name="Text 13"/>
          <p:cNvSpPr/>
          <p:nvPr/>
        </p:nvSpPr>
        <p:spPr>
          <a:xfrm>
            <a:off x="6446520" y="3808476"/>
            <a:ext cx="1188720" cy="310896"/>
          </a:xfrm>
          <a:prstGeom prst="rect">
            <a:avLst/>
          </a:prstGeom>
          <a:noFill/>
          <a:ln/>
        </p:spPr>
        <p:txBody>
          <a:bodyPr wrap="square" lIns="0" tIns="0" rIns="0" bIns="0" rtlCol="0" anchor="ctr"/>
          <a:lstStyle/>
          <a:p>
            <a:pPr algn="l" indent="0" marL="0">
              <a:buNone/>
            </a:pPr>
            <a:r>
              <a:rPr lang="en-US" sz="1900" b="1" dirty="0">
                <a:solidFill>
                  <a:srgbClr val="4A5B75"/>
                </a:solidFill>
                <a:latin typeface="Courier New" pitchFamily="34" charset="0"/>
                <a:ea typeface="Courier New" pitchFamily="34" charset="-122"/>
                <a:cs typeface="Courier New" pitchFamily="34" charset="-120"/>
              </a:rPr>
              <a:t>+ 15</a:t>
            </a:r>
            <a:endParaRPr lang="en-US" sz="1900" dirty="0"/>
          </a:p>
        </p:txBody>
      </p:sp>
      <p:sp>
        <p:nvSpPr>
          <p:cNvPr id="16" name="Text 14"/>
          <p:cNvSpPr/>
          <p:nvPr/>
        </p:nvSpPr>
        <p:spPr>
          <a:xfrm>
            <a:off x="7726680" y="3808476"/>
            <a:ext cx="1097280" cy="310896"/>
          </a:xfrm>
          <a:prstGeom prst="rect">
            <a:avLst/>
          </a:prstGeom>
          <a:noFill/>
          <a:ln/>
        </p:spPr>
        <p:txBody>
          <a:bodyPr wrap="square" lIns="0" tIns="0" rIns="0" bIns="0" rtlCol="0" anchor="ctr"/>
          <a:lstStyle/>
          <a:p>
            <a:pPr algn="r" indent="0" marL="0">
              <a:buNone/>
            </a:pPr>
            <a:r>
              <a:rPr lang="en-US" sz="1900" b="1" dirty="0">
                <a:solidFill>
                  <a:srgbClr val="0B1B33"/>
                </a:solidFill>
                <a:latin typeface="Courier New" pitchFamily="34" charset="0"/>
                <a:ea typeface="Courier New" pitchFamily="34" charset="-122"/>
                <a:cs typeface="Courier New" pitchFamily="34" charset="-120"/>
              </a:rPr>
              <a:t>48</a:t>
            </a:r>
            <a:endParaRPr lang="en-US" sz="1900" dirty="0"/>
          </a:p>
        </p:txBody>
      </p:sp>
      <p:sp>
        <p:nvSpPr>
          <p:cNvPr id="17" name="Text 15"/>
          <p:cNvSpPr/>
          <p:nvPr/>
        </p:nvSpPr>
        <p:spPr>
          <a:xfrm>
            <a:off x="6446520" y="4142232"/>
            <a:ext cx="1188720" cy="310896"/>
          </a:xfrm>
          <a:prstGeom prst="rect">
            <a:avLst/>
          </a:prstGeom>
          <a:noFill/>
          <a:ln/>
        </p:spPr>
        <p:txBody>
          <a:bodyPr wrap="square" lIns="0" tIns="0" rIns="0" bIns="0" rtlCol="0" anchor="ctr"/>
          <a:lstStyle/>
          <a:p>
            <a:pPr algn="l" indent="0" marL="0">
              <a:buNone/>
            </a:pPr>
            <a:r>
              <a:rPr lang="en-US" sz="1900" b="1" dirty="0">
                <a:solidFill>
                  <a:srgbClr val="4A5B75"/>
                </a:solidFill>
                <a:latin typeface="Courier New" pitchFamily="34" charset="0"/>
                <a:ea typeface="Courier New" pitchFamily="34" charset="-122"/>
                <a:cs typeface="Courier New" pitchFamily="34" charset="-120"/>
              </a:rPr>
              <a:t>÷  3</a:t>
            </a:r>
            <a:endParaRPr lang="en-US" sz="1900" dirty="0"/>
          </a:p>
        </p:txBody>
      </p:sp>
      <p:sp>
        <p:nvSpPr>
          <p:cNvPr id="18" name="Text 16"/>
          <p:cNvSpPr/>
          <p:nvPr/>
        </p:nvSpPr>
        <p:spPr>
          <a:xfrm>
            <a:off x="7726680" y="4142232"/>
            <a:ext cx="1097280" cy="310896"/>
          </a:xfrm>
          <a:prstGeom prst="rect">
            <a:avLst/>
          </a:prstGeom>
          <a:noFill/>
          <a:ln/>
        </p:spPr>
        <p:txBody>
          <a:bodyPr wrap="square" lIns="0" tIns="0" rIns="0" bIns="0" rtlCol="0" anchor="ctr"/>
          <a:lstStyle/>
          <a:p>
            <a:pPr algn="r" indent="0" marL="0">
              <a:buNone/>
            </a:pPr>
            <a:r>
              <a:rPr lang="en-US" sz="1900" b="1" dirty="0">
                <a:solidFill>
                  <a:srgbClr val="0B1B33"/>
                </a:solidFill>
                <a:latin typeface="Courier New" pitchFamily="34" charset="0"/>
                <a:ea typeface="Courier New" pitchFamily="34" charset="-122"/>
                <a:cs typeface="Courier New" pitchFamily="34" charset="-120"/>
              </a:rPr>
              <a:t>16</a:t>
            </a:r>
            <a:endParaRPr lang="en-US" sz="1900" dirty="0"/>
          </a:p>
        </p:txBody>
      </p:sp>
      <p:sp>
        <p:nvSpPr>
          <p:cNvPr id="19" name="Text 17"/>
          <p:cNvSpPr/>
          <p:nvPr/>
        </p:nvSpPr>
        <p:spPr>
          <a:xfrm>
            <a:off x="6446520" y="4475988"/>
            <a:ext cx="1188720" cy="310896"/>
          </a:xfrm>
          <a:prstGeom prst="rect">
            <a:avLst/>
          </a:prstGeom>
          <a:noFill/>
          <a:ln/>
        </p:spPr>
        <p:txBody>
          <a:bodyPr wrap="square" lIns="0" tIns="0" rIns="0" bIns="0" rtlCol="0" anchor="ctr"/>
          <a:lstStyle/>
          <a:p>
            <a:pPr algn="l" indent="0" marL="0">
              <a:buNone/>
            </a:pPr>
            <a:r>
              <a:rPr lang="en-US" sz="1900" b="1" dirty="0">
                <a:solidFill>
                  <a:srgbClr val="4A5B75"/>
                </a:solidFill>
                <a:latin typeface="Courier New" pitchFamily="34" charset="0"/>
                <a:ea typeface="Courier New" pitchFamily="34" charset="-122"/>
                <a:cs typeface="Courier New" pitchFamily="34" charset="-120"/>
              </a:rPr>
              <a:t>−  7</a:t>
            </a:r>
            <a:endParaRPr lang="en-US" sz="1900" dirty="0"/>
          </a:p>
        </p:txBody>
      </p:sp>
      <p:sp>
        <p:nvSpPr>
          <p:cNvPr id="20" name="Text 18"/>
          <p:cNvSpPr/>
          <p:nvPr/>
        </p:nvSpPr>
        <p:spPr>
          <a:xfrm>
            <a:off x="7726680" y="4475988"/>
            <a:ext cx="1097280" cy="310896"/>
          </a:xfrm>
          <a:prstGeom prst="rect">
            <a:avLst/>
          </a:prstGeom>
          <a:noFill/>
          <a:ln/>
        </p:spPr>
        <p:txBody>
          <a:bodyPr wrap="square" lIns="0" tIns="0" rIns="0" bIns="0" rtlCol="0" anchor="ctr"/>
          <a:lstStyle/>
          <a:p>
            <a:pPr algn="r" indent="0" marL="0">
              <a:buNone/>
            </a:pPr>
            <a:r>
              <a:rPr lang="en-US" sz="1900" b="1" dirty="0">
                <a:solidFill>
                  <a:srgbClr val="0B1B33"/>
                </a:solidFill>
                <a:latin typeface="Courier New" pitchFamily="34" charset="0"/>
                <a:ea typeface="Courier New" pitchFamily="34" charset="-122"/>
                <a:cs typeface="Courier New" pitchFamily="34" charset="-120"/>
              </a:rPr>
              <a:t>9</a:t>
            </a:r>
            <a:endParaRPr lang="en-US" sz="1900" dirty="0"/>
          </a:p>
        </p:txBody>
      </p:sp>
      <p:sp>
        <p:nvSpPr>
          <p:cNvPr id="21" name="Text 19"/>
          <p:cNvSpPr/>
          <p:nvPr/>
        </p:nvSpPr>
        <p:spPr>
          <a:xfrm>
            <a:off x="6446520" y="4809744"/>
            <a:ext cx="1188720" cy="310896"/>
          </a:xfrm>
          <a:prstGeom prst="rect">
            <a:avLst/>
          </a:prstGeom>
          <a:noFill/>
          <a:ln/>
        </p:spPr>
        <p:txBody>
          <a:bodyPr wrap="square" lIns="0" tIns="0" rIns="0" bIns="0" rtlCol="0" anchor="ctr"/>
          <a:lstStyle/>
          <a:p>
            <a:pPr algn="l" indent="0" marL="0">
              <a:buNone/>
            </a:pPr>
            <a:r>
              <a:rPr lang="en-US" sz="1900" b="1" dirty="0">
                <a:solidFill>
                  <a:srgbClr val="4A5B75"/>
                </a:solidFill>
                <a:latin typeface="Courier New" pitchFamily="34" charset="0"/>
                <a:ea typeface="Courier New" pitchFamily="34" charset="-122"/>
                <a:cs typeface="Courier New" pitchFamily="34" charset="-120"/>
              </a:rPr>
              <a:t>÷  3</a:t>
            </a:r>
            <a:endParaRPr lang="en-US" sz="1900" dirty="0"/>
          </a:p>
        </p:txBody>
      </p:sp>
      <p:sp>
        <p:nvSpPr>
          <p:cNvPr id="22" name="Text 20"/>
          <p:cNvSpPr/>
          <p:nvPr/>
        </p:nvSpPr>
        <p:spPr>
          <a:xfrm>
            <a:off x="7726680" y="4809744"/>
            <a:ext cx="1097280" cy="310896"/>
          </a:xfrm>
          <a:prstGeom prst="rect">
            <a:avLst/>
          </a:prstGeom>
          <a:noFill/>
          <a:ln/>
        </p:spPr>
        <p:txBody>
          <a:bodyPr wrap="square" lIns="0" tIns="0" rIns="0" bIns="0" rtlCol="0" anchor="ctr"/>
          <a:lstStyle/>
          <a:p>
            <a:pPr algn="r" indent="0" marL="0">
              <a:buNone/>
            </a:pPr>
            <a:r>
              <a:rPr lang="en-US" sz="1900" b="1" dirty="0">
                <a:solidFill>
                  <a:srgbClr val="FF5C39"/>
                </a:solidFill>
                <a:latin typeface="Courier New" pitchFamily="34" charset="0"/>
                <a:ea typeface="Courier New" pitchFamily="34" charset="-122"/>
                <a:cs typeface="Courier New" pitchFamily="34" charset="-120"/>
              </a:rPr>
              <a:t>3</a:t>
            </a:r>
            <a:endParaRPr lang="en-US" sz="1900" dirty="0"/>
          </a:p>
        </p:txBody>
      </p:sp>
      <p:sp>
        <p:nvSpPr>
          <p:cNvPr id="23" name="Text 21"/>
          <p:cNvSpPr/>
          <p:nvPr/>
        </p:nvSpPr>
        <p:spPr>
          <a:xfrm>
            <a:off x="9098280" y="2880360"/>
            <a:ext cx="1188720" cy="731520"/>
          </a:xfrm>
          <a:prstGeom prst="rect">
            <a:avLst/>
          </a:prstGeom>
          <a:noFill/>
          <a:ln/>
        </p:spPr>
        <p:txBody>
          <a:bodyPr wrap="square" lIns="0" tIns="0" rIns="0" bIns="0" rtlCol="0" anchor="t"/>
          <a:lstStyle/>
          <a:p>
            <a:pPr algn="l" indent="0" marL="0">
              <a:lnSpc>
                <a:spcPts val="1800"/>
              </a:lnSpc>
              <a:buNone/>
            </a:pPr>
            <a:r>
              <a:rPr lang="en-US" sz="1400" dirty="0">
                <a:solidFill>
                  <a:srgbClr val="4A5B75"/>
                </a:solidFill>
                <a:latin typeface="Calibri" pitchFamily="34" charset="0"/>
                <a:ea typeface="Calibri" pitchFamily="34" charset="-122"/>
                <a:cs typeface="Calibri" pitchFamily="34" charset="-120"/>
              </a:rPr>
              <a:t>one step</a:t>
            </a:r>
            <a:endParaRPr lang="en-US" sz="1400" dirty="0"/>
          </a:p>
          <a:p>
            <a:pPr algn="l" indent="0" marL="0">
              <a:lnSpc>
                <a:spcPts val="1800"/>
              </a:lnSpc>
              <a:buNone/>
            </a:pPr>
            <a:r>
              <a:rPr lang="en-US" sz="1400" dirty="0">
                <a:solidFill>
                  <a:srgbClr val="4A5B75"/>
                </a:solidFill>
                <a:latin typeface="Calibri" pitchFamily="34" charset="0"/>
                <a:ea typeface="Calibri" pitchFamily="34" charset="-122"/>
                <a:cs typeface="Calibri" pitchFamily="34" charset="-120"/>
              </a:rPr>
              <a:t>per line</a:t>
            </a:r>
            <a:endParaRPr lang="en-US" sz="1400" dirty="0"/>
          </a:p>
        </p:txBody>
      </p:sp>
      <p:sp>
        <p:nvSpPr>
          <p:cNvPr id="24" name="Text 22"/>
          <p:cNvSpPr/>
          <p:nvPr/>
        </p:nvSpPr>
        <p:spPr>
          <a:xfrm>
            <a:off x="822960" y="5577840"/>
            <a:ext cx="10545775" cy="548640"/>
          </a:xfrm>
          <a:prstGeom prst="rect">
            <a:avLst/>
          </a:prstGeom>
          <a:noFill/>
          <a:ln/>
        </p:spPr>
        <p:txBody>
          <a:bodyPr wrap="square" lIns="0" tIns="0" rIns="0" bIns="0" rtlCol="0" anchor="ctr"/>
          <a:lstStyle/>
          <a:p>
            <a:pPr algn="l" indent="0" marL="0">
              <a:buNone/>
            </a:pPr>
            <a:r>
              <a:rPr lang="en-US" sz="3000" b="1" dirty="0">
                <a:solidFill>
                  <a:srgbClr val="0B1B33"/>
                </a:solidFill>
                <a:latin typeface="Arial" pitchFamily="34" charset="0"/>
                <a:ea typeface="Arial" pitchFamily="34" charset="-122"/>
                <a:cs typeface="Arial" pitchFamily="34" charset="-120"/>
              </a:rPr>
              <a:t>The math never got easier. It got smaller.</a:t>
            </a:r>
            <a:endParaRPr lang="en-US" sz="3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4A5B75"/>
                </a:solidFill>
                <a:latin typeface="Courier New" pitchFamily="34" charset="0"/>
                <a:ea typeface="Courier New" pitchFamily="34" charset="-122"/>
                <a:cs typeface="Courier New" pitchFamily="34" charset="-120"/>
              </a:rPr>
              <a:t>THE BEST RULE IN MATH</a:t>
            </a:r>
            <a:endParaRPr lang="en-US" sz="1600" dirty="0"/>
          </a:p>
        </p:txBody>
      </p:sp>
      <p:sp>
        <p:nvSpPr>
          <p:cNvPr id="3" name="Text 1"/>
          <p:cNvSpPr/>
          <p:nvPr/>
        </p:nvSpPr>
        <p:spPr>
          <a:xfrm>
            <a:off x="822960" y="914400"/>
            <a:ext cx="6949440" cy="1737360"/>
          </a:xfrm>
          <a:prstGeom prst="rect">
            <a:avLst/>
          </a:prstGeom>
          <a:noFill/>
          <a:ln/>
        </p:spPr>
        <p:txBody>
          <a:bodyPr wrap="square" lIns="0" tIns="0" rIns="0" bIns="0" rtlCol="0" anchor="t"/>
          <a:lstStyle/>
          <a:p>
            <a:pPr algn="l" indent="0" marL="0">
              <a:lnSpc>
                <a:spcPts val="5000"/>
              </a:lnSpc>
              <a:buNone/>
            </a:pPr>
            <a:r>
              <a:rPr lang="en-US" sz="4000" b="1" spc="-100" kern="0" dirty="0">
                <a:solidFill>
                  <a:srgbClr val="0B1B33"/>
                </a:solidFill>
                <a:latin typeface="Arial" pitchFamily="34" charset="0"/>
                <a:ea typeface="Arial" pitchFamily="34" charset="-122"/>
                <a:cs typeface="Arial" pitchFamily="34" charset="-120"/>
              </a:rPr>
              <a:t>A problem can have ten steps.</a:t>
            </a:r>
            <a:endParaRPr lang="en-US" sz="4000" dirty="0"/>
          </a:p>
          <a:p>
            <a:pPr algn="l" indent="0" marL="0">
              <a:lnSpc>
                <a:spcPts val="5000"/>
              </a:lnSpc>
              <a:buNone/>
            </a:pPr>
            <a:r>
              <a:rPr lang="en-US" sz="4000" b="1" spc="-100" kern="0" dirty="0">
                <a:solidFill>
                  <a:srgbClr val="0B1B33"/>
                </a:solidFill>
                <a:latin typeface="Arial" pitchFamily="34" charset="0"/>
                <a:ea typeface="Arial" pitchFamily="34" charset="-122"/>
                <a:cs typeface="Arial" pitchFamily="34" charset="-120"/>
              </a:rPr>
              <a:t>You only ever do one.</a:t>
            </a:r>
            <a:endParaRPr lang="en-US" sz="4000" dirty="0"/>
          </a:p>
        </p:txBody>
      </p:sp>
      <p:sp>
        <p:nvSpPr>
          <p:cNvPr id="4" name="Text 2"/>
          <p:cNvSpPr/>
          <p:nvPr/>
        </p:nvSpPr>
        <p:spPr>
          <a:xfrm>
            <a:off x="822960" y="2880360"/>
            <a:ext cx="6949440" cy="1737360"/>
          </a:xfrm>
          <a:prstGeom prst="rect">
            <a:avLst/>
          </a:prstGeom>
          <a:noFill/>
          <a:ln/>
        </p:spPr>
        <p:txBody>
          <a:bodyPr wrap="square" lIns="0" tIns="0" rIns="0" bIns="0" rtlCol="0" anchor="t"/>
          <a:lstStyle/>
          <a:p>
            <a:pPr algn="l" indent="0" marL="0">
              <a:lnSpc>
                <a:spcPts val="3000"/>
              </a:lnSpc>
              <a:buNone/>
            </a:pPr>
            <a:r>
              <a:rPr lang="en-US" sz="2100" dirty="0">
                <a:solidFill>
                  <a:srgbClr val="4A5B75"/>
                </a:solidFill>
                <a:latin typeface="Calibri" pitchFamily="34" charset="0"/>
                <a:ea typeface="Calibri" pitchFamily="34" charset="-122"/>
                <a:cs typeface="Calibri" pitchFamily="34" charset="-120"/>
              </a:rPr>
              <a:t>You do not have to see the end from the start. You have to do line one.</a:t>
            </a:r>
            <a:endParaRPr lang="en-US" sz="2100" dirty="0"/>
          </a:p>
          <a:p>
            <a:pPr algn="l" indent="0" marL="0">
              <a:lnSpc>
                <a:spcPts val="3000"/>
              </a:lnSpc>
              <a:buNone/>
            </a:pPr>
            <a:r>
              <a:rPr lang="en-US" sz="2100" dirty="0">
                <a:solidFill>
                  <a:srgbClr val="4A5B75"/>
                </a:solidFill>
                <a:latin typeface="Calibri" pitchFamily="34" charset="0"/>
                <a:ea typeface="Calibri" pitchFamily="34" charset="-122"/>
                <a:cs typeface="Calibri" pitchFamily="34" charset="-120"/>
              </a:rPr>
              <a:t>Then line one is finished, and the next line is the only line left.</a:t>
            </a:r>
            <a:endParaRPr lang="en-US" sz="2100" dirty="0"/>
          </a:p>
        </p:txBody>
      </p:sp>
      <p:sp>
        <p:nvSpPr>
          <p:cNvPr id="5" name="Text 3"/>
          <p:cNvSpPr/>
          <p:nvPr/>
        </p:nvSpPr>
        <p:spPr>
          <a:xfrm>
            <a:off x="822960" y="5029200"/>
            <a:ext cx="6949440" cy="640080"/>
          </a:xfrm>
          <a:prstGeom prst="rect">
            <a:avLst/>
          </a:prstGeom>
          <a:noFill/>
          <a:ln/>
        </p:spPr>
        <p:txBody>
          <a:bodyPr wrap="square" lIns="0" tIns="0" rIns="0" bIns="0" rtlCol="0" anchor="ctr"/>
          <a:lstStyle/>
          <a:p>
            <a:pPr algn="l" indent="0" marL="0">
              <a:buNone/>
            </a:pPr>
            <a:r>
              <a:rPr lang="en-US" sz="3000" b="1" dirty="0">
                <a:solidFill>
                  <a:srgbClr val="0B1B33"/>
                </a:solidFill>
                <a:latin typeface="Arial" pitchFamily="34" charset="0"/>
                <a:ea typeface="Arial" pitchFamily="34" charset="-122"/>
                <a:cs typeface="Arial" pitchFamily="34" charset="-120"/>
              </a:rPr>
              <a:t>That is all math has ever asked of you.</a:t>
            </a:r>
            <a:endParaRPr lang="en-US" sz="3000" dirty="0"/>
          </a:p>
        </p:txBody>
      </p:sp>
      <p:sp>
        <p:nvSpPr>
          <p:cNvPr id="6" name="Shape 4"/>
          <p:cNvSpPr/>
          <p:nvPr/>
        </p:nvSpPr>
        <p:spPr>
          <a:xfrm>
            <a:off x="8275320" y="1234440"/>
            <a:ext cx="2651760" cy="329184"/>
          </a:xfrm>
          <a:prstGeom prst="rect">
            <a:avLst/>
          </a:prstGeom>
          <a:solidFill>
            <a:srgbClr val="E8B84B"/>
          </a:solidFill>
          <a:ln w="12700">
            <a:solidFill>
              <a:srgbClr val="E8B84B"/>
            </a:solidFill>
            <a:prstDash val="solid"/>
          </a:ln>
        </p:spPr>
      </p:sp>
      <p:sp>
        <p:nvSpPr>
          <p:cNvPr id="7" name="Text 5"/>
          <p:cNvSpPr/>
          <p:nvPr/>
        </p:nvSpPr>
        <p:spPr>
          <a:xfrm>
            <a:off x="8439912" y="1234440"/>
            <a:ext cx="1463040" cy="329184"/>
          </a:xfrm>
          <a:prstGeom prst="rect">
            <a:avLst/>
          </a:prstGeom>
          <a:noFill/>
          <a:ln/>
        </p:spPr>
        <p:txBody>
          <a:bodyPr wrap="square" lIns="0" tIns="0" rIns="0" bIns="0" rtlCol="0" anchor="ctr"/>
          <a:lstStyle/>
          <a:p>
            <a:pPr algn="l" indent="0" marL="0">
              <a:buNone/>
            </a:pPr>
            <a:r>
              <a:rPr lang="en-US" sz="1200" b="1" spc="100" kern="0" dirty="0">
                <a:solidFill>
                  <a:srgbClr val="0B1B33"/>
                </a:solidFill>
                <a:latin typeface="Courier New" pitchFamily="34" charset="0"/>
                <a:ea typeface="Courier New" pitchFamily="34" charset="-122"/>
                <a:cs typeface="Courier New" pitchFamily="34" charset="-120"/>
              </a:rPr>
              <a:t>STEP 1</a:t>
            </a:r>
            <a:endParaRPr lang="en-US" sz="1200" dirty="0"/>
          </a:p>
        </p:txBody>
      </p:sp>
      <p:sp>
        <p:nvSpPr>
          <p:cNvPr id="8" name="Text 6"/>
          <p:cNvSpPr/>
          <p:nvPr/>
        </p:nvSpPr>
        <p:spPr>
          <a:xfrm>
            <a:off x="9646920" y="1234440"/>
            <a:ext cx="1188720" cy="329184"/>
          </a:xfrm>
          <a:prstGeom prst="rect">
            <a:avLst/>
          </a:prstGeom>
          <a:noFill/>
          <a:ln/>
        </p:spPr>
        <p:txBody>
          <a:bodyPr wrap="square" lIns="0" tIns="0" rIns="0" bIns="0" rtlCol="0" anchor="ctr"/>
          <a:lstStyle/>
          <a:p>
            <a:pPr algn="l" indent="0" marL="0">
              <a:buNone/>
            </a:pPr>
            <a:r>
              <a:rPr lang="en-US" sz="1200" b="1" dirty="0">
                <a:solidFill>
                  <a:srgbClr val="0B1B33"/>
                </a:solidFill>
                <a:latin typeface="Calibri" pitchFamily="34" charset="0"/>
                <a:ea typeface="Calibri" pitchFamily="34" charset="-122"/>
                <a:cs typeface="Calibri" pitchFamily="34" charset="-120"/>
              </a:rPr>
              <a:t>← do this one</a:t>
            </a:r>
            <a:endParaRPr lang="en-US" sz="1200" dirty="0"/>
          </a:p>
        </p:txBody>
      </p:sp>
      <p:sp>
        <p:nvSpPr>
          <p:cNvPr id="9" name="Shape 7"/>
          <p:cNvSpPr/>
          <p:nvPr/>
        </p:nvSpPr>
        <p:spPr>
          <a:xfrm>
            <a:off x="8275320" y="1691640"/>
            <a:ext cx="2011680" cy="329184"/>
          </a:xfrm>
          <a:prstGeom prst="rect">
            <a:avLst/>
          </a:prstGeom>
          <a:solidFill>
            <a:srgbClr val="EEF1F6"/>
          </a:solidFill>
          <a:ln w="12700">
            <a:solidFill>
              <a:srgbClr val="DCE3ED"/>
            </a:solidFill>
            <a:prstDash val="solid"/>
          </a:ln>
        </p:spPr>
      </p:sp>
      <p:sp>
        <p:nvSpPr>
          <p:cNvPr id="10" name="Text 8"/>
          <p:cNvSpPr/>
          <p:nvPr/>
        </p:nvSpPr>
        <p:spPr>
          <a:xfrm>
            <a:off x="8439912" y="1691640"/>
            <a:ext cx="1463040" cy="329184"/>
          </a:xfrm>
          <a:prstGeom prst="rect">
            <a:avLst/>
          </a:prstGeom>
          <a:noFill/>
          <a:ln/>
        </p:spPr>
        <p:txBody>
          <a:bodyPr wrap="square" lIns="0" tIns="0" rIns="0" bIns="0" rtlCol="0" anchor="ctr"/>
          <a:lstStyle/>
          <a:p>
            <a:pPr algn="l" indent="0" marL="0">
              <a:buNone/>
            </a:pPr>
            <a:r>
              <a:rPr lang="en-US" sz="1200" b="1" spc="100" kern="0" dirty="0">
                <a:solidFill>
                  <a:srgbClr val="A8B3C4"/>
                </a:solidFill>
                <a:latin typeface="Courier New" pitchFamily="34" charset="0"/>
                <a:ea typeface="Courier New" pitchFamily="34" charset="-122"/>
                <a:cs typeface="Courier New" pitchFamily="34" charset="-120"/>
              </a:rPr>
              <a:t>STEP 2</a:t>
            </a:r>
            <a:endParaRPr lang="en-US" sz="1200" dirty="0"/>
          </a:p>
        </p:txBody>
      </p:sp>
      <p:sp>
        <p:nvSpPr>
          <p:cNvPr id="11" name="Shape 9"/>
          <p:cNvSpPr/>
          <p:nvPr/>
        </p:nvSpPr>
        <p:spPr>
          <a:xfrm>
            <a:off x="8275320" y="2148840"/>
            <a:ext cx="2011680" cy="329184"/>
          </a:xfrm>
          <a:prstGeom prst="rect">
            <a:avLst/>
          </a:prstGeom>
          <a:solidFill>
            <a:srgbClr val="EEF1F6"/>
          </a:solidFill>
          <a:ln w="12700">
            <a:solidFill>
              <a:srgbClr val="DCE3ED"/>
            </a:solidFill>
            <a:prstDash val="solid"/>
          </a:ln>
        </p:spPr>
      </p:sp>
      <p:sp>
        <p:nvSpPr>
          <p:cNvPr id="12" name="Text 10"/>
          <p:cNvSpPr/>
          <p:nvPr/>
        </p:nvSpPr>
        <p:spPr>
          <a:xfrm>
            <a:off x="8439912" y="2148840"/>
            <a:ext cx="1463040" cy="329184"/>
          </a:xfrm>
          <a:prstGeom prst="rect">
            <a:avLst/>
          </a:prstGeom>
          <a:noFill/>
          <a:ln/>
        </p:spPr>
        <p:txBody>
          <a:bodyPr wrap="square" lIns="0" tIns="0" rIns="0" bIns="0" rtlCol="0" anchor="ctr"/>
          <a:lstStyle/>
          <a:p>
            <a:pPr algn="l" indent="0" marL="0">
              <a:buNone/>
            </a:pPr>
            <a:r>
              <a:rPr lang="en-US" sz="1200" b="1" spc="100" kern="0" dirty="0">
                <a:solidFill>
                  <a:srgbClr val="A8B3C4"/>
                </a:solidFill>
                <a:latin typeface="Courier New" pitchFamily="34" charset="0"/>
                <a:ea typeface="Courier New" pitchFamily="34" charset="-122"/>
                <a:cs typeface="Courier New" pitchFamily="34" charset="-120"/>
              </a:rPr>
              <a:t>STEP 3</a:t>
            </a:r>
            <a:endParaRPr lang="en-US" sz="1200" dirty="0"/>
          </a:p>
        </p:txBody>
      </p:sp>
      <p:sp>
        <p:nvSpPr>
          <p:cNvPr id="13" name="Shape 11"/>
          <p:cNvSpPr/>
          <p:nvPr/>
        </p:nvSpPr>
        <p:spPr>
          <a:xfrm>
            <a:off x="8275320" y="2606040"/>
            <a:ext cx="2011680" cy="329184"/>
          </a:xfrm>
          <a:prstGeom prst="rect">
            <a:avLst/>
          </a:prstGeom>
          <a:solidFill>
            <a:srgbClr val="EEF1F6"/>
          </a:solidFill>
          <a:ln w="12700">
            <a:solidFill>
              <a:srgbClr val="DCE3ED"/>
            </a:solidFill>
            <a:prstDash val="solid"/>
          </a:ln>
        </p:spPr>
      </p:sp>
      <p:sp>
        <p:nvSpPr>
          <p:cNvPr id="14" name="Text 12"/>
          <p:cNvSpPr/>
          <p:nvPr/>
        </p:nvSpPr>
        <p:spPr>
          <a:xfrm>
            <a:off x="8439912" y="2606040"/>
            <a:ext cx="1463040" cy="329184"/>
          </a:xfrm>
          <a:prstGeom prst="rect">
            <a:avLst/>
          </a:prstGeom>
          <a:noFill/>
          <a:ln/>
        </p:spPr>
        <p:txBody>
          <a:bodyPr wrap="square" lIns="0" tIns="0" rIns="0" bIns="0" rtlCol="0" anchor="ctr"/>
          <a:lstStyle/>
          <a:p>
            <a:pPr algn="l" indent="0" marL="0">
              <a:buNone/>
            </a:pPr>
            <a:r>
              <a:rPr lang="en-US" sz="1200" b="1" spc="100" kern="0" dirty="0">
                <a:solidFill>
                  <a:srgbClr val="A8B3C4"/>
                </a:solidFill>
                <a:latin typeface="Courier New" pitchFamily="34" charset="0"/>
                <a:ea typeface="Courier New" pitchFamily="34" charset="-122"/>
                <a:cs typeface="Courier New" pitchFamily="34" charset="-120"/>
              </a:rPr>
              <a:t>STEP 4</a:t>
            </a:r>
            <a:endParaRPr lang="en-US" sz="1200" dirty="0"/>
          </a:p>
        </p:txBody>
      </p:sp>
      <p:sp>
        <p:nvSpPr>
          <p:cNvPr id="15" name="Shape 13"/>
          <p:cNvSpPr/>
          <p:nvPr/>
        </p:nvSpPr>
        <p:spPr>
          <a:xfrm>
            <a:off x="8275320" y="3063240"/>
            <a:ext cx="2011680" cy="329184"/>
          </a:xfrm>
          <a:prstGeom prst="rect">
            <a:avLst/>
          </a:prstGeom>
          <a:solidFill>
            <a:srgbClr val="EEF1F6"/>
          </a:solidFill>
          <a:ln w="12700">
            <a:solidFill>
              <a:srgbClr val="DCE3ED"/>
            </a:solidFill>
            <a:prstDash val="solid"/>
          </a:ln>
        </p:spPr>
      </p:sp>
      <p:sp>
        <p:nvSpPr>
          <p:cNvPr id="16" name="Text 14"/>
          <p:cNvSpPr/>
          <p:nvPr/>
        </p:nvSpPr>
        <p:spPr>
          <a:xfrm>
            <a:off x="8439912" y="3063240"/>
            <a:ext cx="1463040" cy="329184"/>
          </a:xfrm>
          <a:prstGeom prst="rect">
            <a:avLst/>
          </a:prstGeom>
          <a:noFill/>
          <a:ln/>
        </p:spPr>
        <p:txBody>
          <a:bodyPr wrap="square" lIns="0" tIns="0" rIns="0" bIns="0" rtlCol="0" anchor="ctr"/>
          <a:lstStyle/>
          <a:p>
            <a:pPr algn="l" indent="0" marL="0">
              <a:buNone/>
            </a:pPr>
            <a:r>
              <a:rPr lang="en-US" sz="1200" b="1" spc="100" kern="0" dirty="0">
                <a:solidFill>
                  <a:srgbClr val="A8B3C4"/>
                </a:solidFill>
                <a:latin typeface="Courier New" pitchFamily="34" charset="0"/>
                <a:ea typeface="Courier New" pitchFamily="34" charset="-122"/>
                <a:cs typeface="Courier New" pitchFamily="34" charset="-120"/>
              </a:rPr>
              <a:t>STEP 5</a:t>
            </a:r>
            <a:endParaRPr lang="en-US" sz="1200" dirty="0"/>
          </a:p>
        </p:txBody>
      </p:sp>
      <p:sp>
        <p:nvSpPr>
          <p:cNvPr id="17" name="Shape 15"/>
          <p:cNvSpPr/>
          <p:nvPr/>
        </p:nvSpPr>
        <p:spPr>
          <a:xfrm>
            <a:off x="8275320" y="3520440"/>
            <a:ext cx="2011680" cy="329184"/>
          </a:xfrm>
          <a:prstGeom prst="rect">
            <a:avLst/>
          </a:prstGeom>
          <a:solidFill>
            <a:srgbClr val="EEF1F6"/>
          </a:solidFill>
          <a:ln w="12700">
            <a:solidFill>
              <a:srgbClr val="DCE3ED"/>
            </a:solidFill>
            <a:prstDash val="solid"/>
          </a:ln>
        </p:spPr>
      </p:sp>
      <p:sp>
        <p:nvSpPr>
          <p:cNvPr id="18" name="Text 16"/>
          <p:cNvSpPr/>
          <p:nvPr/>
        </p:nvSpPr>
        <p:spPr>
          <a:xfrm>
            <a:off x="8439912" y="3520440"/>
            <a:ext cx="1463040" cy="329184"/>
          </a:xfrm>
          <a:prstGeom prst="rect">
            <a:avLst/>
          </a:prstGeom>
          <a:noFill/>
          <a:ln/>
        </p:spPr>
        <p:txBody>
          <a:bodyPr wrap="square" lIns="0" tIns="0" rIns="0" bIns="0" rtlCol="0" anchor="ctr"/>
          <a:lstStyle/>
          <a:p>
            <a:pPr algn="l" indent="0" marL="0">
              <a:buNone/>
            </a:pPr>
            <a:r>
              <a:rPr lang="en-US" sz="1200" b="1" spc="100" kern="0" dirty="0">
                <a:solidFill>
                  <a:srgbClr val="A8B3C4"/>
                </a:solidFill>
                <a:latin typeface="Courier New" pitchFamily="34" charset="0"/>
                <a:ea typeface="Courier New" pitchFamily="34" charset="-122"/>
                <a:cs typeface="Courier New" pitchFamily="34" charset="-120"/>
              </a:rPr>
              <a:t>STEP 6</a:t>
            </a:r>
            <a:endParaRPr lang="en-US" sz="1200" dirty="0"/>
          </a:p>
        </p:txBody>
      </p:sp>
      <p:sp>
        <p:nvSpPr>
          <p:cNvPr id="19" name="Shape 17"/>
          <p:cNvSpPr/>
          <p:nvPr/>
        </p:nvSpPr>
        <p:spPr>
          <a:xfrm>
            <a:off x="8275320" y="3977640"/>
            <a:ext cx="2011680" cy="329184"/>
          </a:xfrm>
          <a:prstGeom prst="rect">
            <a:avLst/>
          </a:prstGeom>
          <a:solidFill>
            <a:srgbClr val="EEF1F6"/>
          </a:solidFill>
          <a:ln w="12700">
            <a:solidFill>
              <a:srgbClr val="DCE3ED"/>
            </a:solidFill>
            <a:prstDash val="solid"/>
          </a:ln>
        </p:spPr>
      </p:sp>
      <p:sp>
        <p:nvSpPr>
          <p:cNvPr id="20" name="Text 18"/>
          <p:cNvSpPr/>
          <p:nvPr/>
        </p:nvSpPr>
        <p:spPr>
          <a:xfrm>
            <a:off x="8439912" y="3977640"/>
            <a:ext cx="1463040" cy="329184"/>
          </a:xfrm>
          <a:prstGeom prst="rect">
            <a:avLst/>
          </a:prstGeom>
          <a:noFill/>
          <a:ln/>
        </p:spPr>
        <p:txBody>
          <a:bodyPr wrap="square" lIns="0" tIns="0" rIns="0" bIns="0" rtlCol="0" anchor="ctr"/>
          <a:lstStyle/>
          <a:p>
            <a:pPr algn="l" indent="0" marL="0">
              <a:buNone/>
            </a:pPr>
            <a:r>
              <a:rPr lang="en-US" sz="1200" b="1" spc="100" kern="0" dirty="0">
                <a:solidFill>
                  <a:srgbClr val="A8B3C4"/>
                </a:solidFill>
                <a:latin typeface="Courier New" pitchFamily="34" charset="0"/>
                <a:ea typeface="Courier New" pitchFamily="34" charset="-122"/>
                <a:cs typeface="Courier New" pitchFamily="34" charset="-120"/>
              </a:rPr>
              <a:t>STEP 7</a:t>
            </a:r>
            <a:endParaRPr lang="en-US" sz="1200" dirty="0"/>
          </a:p>
        </p:txBody>
      </p:sp>
      <p:sp>
        <p:nvSpPr>
          <p:cNvPr id="21" name="Shape 19"/>
          <p:cNvSpPr/>
          <p:nvPr/>
        </p:nvSpPr>
        <p:spPr>
          <a:xfrm>
            <a:off x="8275320" y="4434840"/>
            <a:ext cx="2011680" cy="329184"/>
          </a:xfrm>
          <a:prstGeom prst="rect">
            <a:avLst/>
          </a:prstGeom>
          <a:solidFill>
            <a:srgbClr val="EEF1F6"/>
          </a:solidFill>
          <a:ln w="12700">
            <a:solidFill>
              <a:srgbClr val="DCE3ED"/>
            </a:solidFill>
            <a:prstDash val="solid"/>
          </a:ln>
        </p:spPr>
      </p:sp>
      <p:sp>
        <p:nvSpPr>
          <p:cNvPr id="22" name="Text 20"/>
          <p:cNvSpPr/>
          <p:nvPr/>
        </p:nvSpPr>
        <p:spPr>
          <a:xfrm>
            <a:off x="8439912" y="4434840"/>
            <a:ext cx="1463040" cy="329184"/>
          </a:xfrm>
          <a:prstGeom prst="rect">
            <a:avLst/>
          </a:prstGeom>
          <a:noFill/>
          <a:ln/>
        </p:spPr>
        <p:txBody>
          <a:bodyPr wrap="square" lIns="0" tIns="0" rIns="0" bIns="0" rtlCol="0" anchor="ctr"/>
          <a:lstStyle/>
          <a:p>
            <a:pPr algn="l" indent="0" marL="0">
              <a:buNone/>
            </a:pPr>
            <a:r>
              <a:rPr lang="en-US" sz="1200" b="1" spc="100" kern="0" dirty="0">
                <a:solidFill>
                  <a:srgbClr val="A8B3C4"/>
                </a:solidFill>
                <a:latin typeface="Courier New" pitchFamily="34" charset="0"/>
                <a:ea typeface="Courier New" pitchFamily="34" charset="-122"/>
                <a:cs typeface="Courier New" pitchFamily="34" charset="-120"/>
              </a:rPr>
              <a:t>STEP 8</a:t>
            </a:r>
            <a:endParaRPr lang="en-US" sz="1200" dirty="0"/>
          </a:p>
        </p:txBody>
      </p:sp>
      <p:sp>
        <p:nvSpPr>
          <p:cNvPr id="23" name="Shape 21"/>
          <p:cNvSpPr/>
          <p:nvPr/>
        </p:nvSpPr>
        <p:spPr>
          <a:xfrm>
            <a:off x="8275320" y="4892040"/>
            <a:ext cx="2011680" cy="329184"/>
          </a:xfrm>
          <a:prstGeom prst="rect">
            <a:avLst/>
          </a:prstGeom>
          <a:solidFill>
            <a:srgbClr val="EEF1F6"/>
          </a:solidFill>
          <a:ln w="12700">
            <a:solidFill>
              <a:srgbClr val="DCE3ED"/>
            </a:solidFill>
            <a:prstDash val="solid"/>
          </a:ln>
        </p:spPr>
      </p:sp>
      <p:sp>
        <p:nvSpPr>
          <p:cNvPr id="24" name="Text 22"/>
          <p:cNvSpPr/>
          <p:nvPr/>
        </p:nvSpPr>
        <p:spPr>
          <a:xfrm>
            <a:off x="8439912" y="4892040"/>
            <a:ext cx="1463040" cy="329184"/>
          </a:xfrm>
          <a:prstGeom prst="rect">
            <a:avLst/>
          </a:prstGeom>
          <a:noFill/>
          <a:ln/>
        </p:spPr>
        <p:txBody>
          <a:bodyPr wrap="square" lIns="0" tIns="0" rIns="0" bIns="0" rtlCol="0" anchor="ctr"/>
          <a:lstStyle/>
          <a:p>
            <a:pPr algn="l" indent="0" marL="0">
              <a:buNone/>
            </a:pPr>
            <a:r>
              <a:rPr lang="en-US" sz="1200" b="1" spc="100" kern="0" dirty="0">
                <a:solidFill>
                  <a:srgbClr val="A8B3C4"/>
                </a:solidFill>
                <a:latin typeface="Courier New" pitchFamily="34" charset="0"/>
                <a:ea typeface="Courier New" pitchFamily="34" charset="-122"/>
                <a:cs typeface="Courier New" pitchFamily="34" charset="-120"/>
              </a:rPr>
              <a:t>STEP 9</a:t>
            </a:r>
            <a:endParaRPr lang="en-US" sz="1200" dirty="0"/>
          </a:p>
        </p:txBody>
      </p:sp>
      <p:sp>
        <p:nvSpPr>
          <p:cNvPr id="25" name="Shape 23"/>
          <p:cNvSpPr/>
          <p:nvPr/>
        </p:nvSpPr>
        <p:spPr>
          <a:xfrm>
            <a:off x="8275320" y="5349240"/>
            <a:ext cx="2011680" cy="329184"/>
          </a:xfrm>
          <a:prstGeom prst="rect">
            <a:avLst/>
          </a:prstGeom>
          <a:solidFill>
            <a:srgbClr val="EEF1F6"/>
          </a:solidFill>
          <a:ln w="12700">
            <a:solidFill>
              <a:srgbClr val="DCE3ED"/>
            </a:solidFill>
            <a:prstDash val="solid"/>
          </a:ln>
        </p:spPr>
      </p:sp>
      <p:sp>
        <p:nvSpPr>
          <p:cNvPr id="26" name="Text 24"/>
          <p:cNvSpPr/>
          <p:nvPr/>
        </p:nvSpPr>
        <p:spPr>
          <a:xfrm>
            <a:off x="8439912" y="5349240"/>
            <a:ext cx="1463040" cy="329184"/>
          </a:xfrm>
          <a:prstGeom prst="rect">
            <a:avLst/>
          </a:prstGeom>
          <a:noFill/>
          <a:ln/>
        </p:spPr>
        <p:txBody>
          <a:bodyPr wrap="square" lIns="0" tIns="0" rIns="0" bIns="0" rtlCol="0" anchor="ctr"/>
          <a:lstStyle/>
          <a:p>
            <a:pPr algn="l" indent="0" marL="0">
              <a:buNone/>
            </a:pPr>
            <a:r>
              <a:rPr lang="en-US" sz="1200" b="1" spc="100" kern="0" dirty="0">
                <a:solidFill>
                  <a:srgbClr val="A8B3C4"/>
                </a:solidFill>
                <a:latin typeface="Courier New" pitchFamily="34" charset="0"/>
                <a:ea typeface="Courier New" pitchFamily="34" charset="-122"/>
                <a:cs typeface="Courier New" pitchFamily="34" charset="-120"/>
              </a:rPr>
              <a:t>STEP 10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4A5B75"/>
                </a:solidFill>
                <a:latin typeface="Courier New" pitchFamily="34" charset="0"/>
                <a:ea typeface="Courier New" pitchFamily="34" charset="-122"/>
                <a:cs typeface="Courier New" pitchFamily="34" charset="-120"/>
              </a:rPr>
              <a:t>WHAT EFFORT LOOKS LIKE</a:t>
            </a:r>
            <a:endParaRPr lang="en-US" sz="1600" dirty="0"/>
          </a:p>
        </p:txBody>
      </p:sp>
      <p:sp>
        <p:nvSpPr>
          <p:cNvPr id="3" name="Text 1"/>
          <p:cNvSpPr/>
          <p:nvPr/>
        </p:nvSpPr>
        <p:spPr>
          <a:xfrm>
            <a:off x="822960" y="960120"/>
            <a:ext cx="10545775" cy="1097280"/>
          </a:xfrm>
          <a:prstGeom prst="rect">
            <a:avLst/>
          </a:prstGeom>
          <a:noFill/>
          <a:ln/>
        </p:spPr>
        <p:txBody>
          <a:bodyPr wrap="square" lIns="0" tIns="0" rIns="0" bIns="0" rtlCol="0" anchor="t"/>
          <a:lstStyle/>
          <a:p>
            <a:pPr algn="l" indent="0" marL="0">
              <a:lnSpc>
                <a:spcPts val="7200"/>
              </a:lnSpc>
              <a:buNone/>
            </a:pPr>
            <a:r>
              <a:rPr lang="en-US" sz="6700" b="1" spc="-150" kern="0" dirty="0">
                <a:solidFill>
                  <a:srgbClr val="0B1B33"/>
                </a:solidFill>
                <a:latin typeface="Arial" pitchFamily="34" charset="0"/>
                <a:ea typeface="Arial" pitchFamily="34" charset="-122"/>
                <a:cs typeface="Arial" pitchFamily="34" charset="-120"/>
              </a:rPr>
              <a:t>Effort leaves evidence.</a:t>
            </a:r>
            <a:endParaRPr lang="en-US" sz="6700" dirty="0"/>
          </a:p>
        </p:txBody>
      </p:sp>
      <p:sp>
        <p:nvSpPr>
          <p:cNvPr id="4" name="Shape 2"/>
          <p:cNvSpPr/>
          <p:nvPr/>
        </p:nvSpPr>
        <p:spPr>
          <a:xfrm>
            <a:off x="822960" y="2825496"/>
            <a:ext cx="256032" cy="0"/>
          </a:xfrm>
          <a:prstGeom prst="line">
            <a:avLst/>
          </a:prstGeom>
          <a:noFill/>
          <a:ln w="38100">
            <a:solidFill>
              <a:srgbClr val="E8B84B"/>
            </a:solidFill>
            <a:prstDash val="solid"/>
          </a:ln>
        </p:spPr>
      </p:sp>
      <p:sp>
        <p:nvSpPr>
          <p:cNvPr id="5" name="Text 3"/>
          <p:cNvSpPr/>
          <p:nvPr/>
        </p:nvSpPr>
        <p:spPr>
          <a:xfrm>
            <a:off x="1261872" y="2514600"/>
            <a:ext cx="6784848" cy="621792"/>
          </a:xfrm>
          <a:prstGeom prst="rect">
            <a:avLst/>
          </a:prstGeom>
          <a:noFill/>
          <a:ln/>
        </p:spPr>
        <p:txBody>
          <a:bodyPr wrap="square" lIns="0" tIns="0" rIns="0" bIns="0" rtlCol="0" anchor="ctr"/>
          <a:lstStyle/>
          <a:p>
            <a:pPr algn="l" indent="0" marL="0">
              <a:buNone/>
            </a:pPr>
            <a:r>
              <a:rPr lang="en-US" sz="2600" dirty="0">
                <a:solidFill>
                  <a:srgbClr val="0B1B33"/>
                </a:solidFill>
                <a:latin typeface="Calibri" pitchFamily="34" charset="0"/>
                <a:ea typeface="Calibri" pitchFamily="34" charset="-122"/>
                <a:cs typeface="Calibri" pitchFamily="34" charset="-120"/>
              </a:rPr>
              <a:t>Begin even when you are unsure</a:t>
            </a:r>
            <a:endParaRPr lang="en-US" sz="2600" dirty="0"/>
          </a:p>
        </p:txBody>
      </p:sp>
      <p:sp>
        <p:nvSpPr>
          <p:cNvPr id="6" name="Shape 4"/>
          <p:cNvSpPr/>
          <p:nvPr/>
        </p:nvSpPr>
        <p:spPr>
          <a:xfrm>
            <a:off x="822960" y="3447288"/>
            <a:ext cx="256032" cy="0"/>
          </a:xfrm>
          <a:prstGeom prst="line">
            <a:avLst/>
          </a:prstGeom>
          <a:noFill/>
          <a:ln w="38100">
            <a:solidFill>
              <a:srgbClr val="E8B84B"/>
            </a:solidFill>
            <a:prstDash val="solid"/>
          </a:ln>
        </p:spPr>
      </p:sp>
      <p:sp>
        <p:nvSpPr>
          <p:cNvPr id="7" name="Text 5"/>
          <p:cNvSpPr/>
          <p:nvPr/>
        </p:nvSpPr>
        <p:spPr>
          <a:xfrm>
            <a:off x="1261872" y="3136392"/>
            <a:ext cx="6784848" cy="621792"/>
          </a:xfrm>
          <a:prstGeom prst="rect">
            <a:avLst/>
          </a:prstGeom>
          <a:noFill/>
          <a:ln/>
        </p:spPr>
        <p:txBody>
          <a:bodyPr wrap="square" lIns="0" tIns="0" rIns="0" bIns="0" rtlCol="0" anchor="ctr"/>
          <a:lstStyle/>
          <a:p>
            <a:pPr algn="l" indent="0" marL="0">
              <a:buNone/>
            </a:pPr>
            <a:r>
              <a:rPr lang="en-US" sz="2600" dirty="0">
                <a:solidFill>
                  <a:srgbClr val="0B1B33"/>
                </a:solidFill>
                <a:latin typeface="Calibri" pitchFamily="34" charset="0"/>
                <a:ea typeface="Calibri" pitchFamily="34" charset="-122"/>
                <a:cs typeface="Calibri" pitchFamily="34" charset="-120"/>
              </a:rPr>
              <a:t>Make your thinking visible</a:t>
            </a:r>
            <a:endParaRPr lang="en-US" sz="2600" dirty="0"/>
          </a:p>
        </p:txBody>
      </p:sp>
      <p:sp>
        <p:nvSpPr>
          <p:cNvPr id="8" name="Shape 6"/>
          <p:cNvSpPr/>
          <p:nvPr/>
        </p:nvSpPr>
        <p:spPr>
          <a:xfrm>
            <a:off x="822960" y="4069080"/>
            <a:ext cx="256032" cy="0"/>
          </a:xfrm>
          <a:prstGeom prst="line">
            <a:avLst/>
          </a:prstGeom>
          <a:noFill/>
          <a:ln w="38100">
            <a:solidFill>
              <a:srgbClr val="E8B84B"/>
            </a:solidFill>
            <a:prstDash val="solid"/>
          </a:ln>
        </p:spPr>
      </p:sp>
      <p:sp>
        <p:nvSpPr>
          <p:cNvPr id="9" name="Text 7"/>
          <p:cNvSpPr/>
          <p:nvPr/>
        </p:nvSpPr>
        <p:spPr>
          <a:xfrm>
            <a:off x="1261872" y="3758184"/>
            <a:ext cx="6784848" cy="621792"/>
          </a:xfrm>
          <a:prstGeom prst="rect">
            <a:avLst/>
          </a:prstGeom>
          <a:noFill/>
          <a:ln/>
        </p:spPr>
        <p:txBody>
          <a:bodyPr wrap="square" lIns="0" tIns="0" rIns="0" bIns="0" rtlCol="0" anchor="ctr"/>
          <a:lstStyle/>
          <a:p>
            <a:pPr algn="l" indent="0" marL="0">
              <a:buNone/>
            </a:pPr>
            <a:r>
              <a:rPr lang="en-US" sz="2600" dirty="0">
                <a:solidFill>
                  <a:srgbClr val="0B1B33"/>
                </a:solidFill>
                <a:latin typeface="Calibri" pitchFamily="34" charset="0"/>
                <a:ea typeface="Calibri" pitchFamily="34" charset="-122"/>
                <a:cs typeface="Calibri" pitchFamily="34" charset="-120"/>
              </a:rPr>
              <a:t>Check the result</a:t>
            </a:r>
            <a:endParaRPr lang="en-US" sz="2600" dirty="0"/>
          </a:p>
        </p:txBody>
      </p:sp>
      <p:sp>
        <p:nvSpPr>
          <p:cNvPr id="10" name="Shape 8"/>
          <p:cNvSpPr/>
          <p:nvPr/>
        </p:nvSpPr>
        <p:spPr>
          <a:xfrm>
            <a:off x="822960" y="4690872"/>
            <a:ext cx="256032" cy="0"/>
          </a:xfrm>
          <a:prstGeom prst="line">
            <a:avLst/>
          </a:prstGeom>
          <a:noFill/>
          <a:ln w="38100">
            <a:solidFill>
              <a:srgbClr val="E8B84B"/>
            </a:solidFill>
            <a:prstDash val="solid"/>
          </a:ln>
        </p:spPr>
      </p:sp>
      <p:sp>
        <p:nvSpPr>
          <p:cNvPr id="11" name="Text 9"/>
          <p:cNvSpPr/>
          <p:nvPr/>
        </p:nvSpPr>
        <p:spPr>
          <a:xfrm>
            <a:off x="1261872" y="4379976"/>
            <a:ext cx="6784848" cy="621792"/>
          </a:xfrm>
          <a:prstGeom prst="rect">
            <a:avLst/>
          </a:prstGeom>
          <a:noFill/>
          <a:ln/>
        </p:spPr>
        <p:txBody>
          <a:bodyPr wrap="square" lIns="0" tIns="0" rIns="0" bIns="0" rtlCol="0" anchor="ctr"/>
          <a:lstStyle/>
          <a:p>
            <a:pPr algn="l" indent="0" marL="0">
              <a:buNone/>
            </a:pPr>
            <a:r>
              <a:rPr lang="en-US" sz="2600" dirty="0">
                <a:solidFill>
                  <a:srgbClr val="0B1B33"/>
                </a:solidFill>
                <a:latin typeface="Calibri" pitchFamily="34" charset="0"/>
                <a:ea typeface="Calibri" pitchFamily="34" charset="-122"/>
                <a:cs typeface="Calibri" pitchFamily="34" charset="-120"/>
              </a:rPr>
              <a:t>Keep useful mistakes</a:t>
            </a:r>
            <a:endParaRPr lang="en-US" sz="2600" dirty="0"/>
          </a:p>
        </p:txBody>
      </p:sp>
      <p:sp>
        <p:nvSpPr>
          <p:cNvPr id="12" name="Shape 10"/>
          <p:cNvSpPr/>
          <p:nvPr/>
        </p:nvSpPr>
        <p:spPr>
          <a:xfrm>
            <a:off x="822960" y="5312664"/>
            <a:ext cx="256032" cy="0"/>
          </a:xfrm>
          <a:prstGeom prst="line">
            <a:avLst/>
          </a:prstGeom>
          <a:noFill/>
          <a:ln w="38100">
            <a:solidFill>
              <a:srgbClr val="E8B84B"/>
            </a:solidFill>
            <a:prstDash val="solid"/>
          </a:ln>
        </p:spPr>
      </p:sp>
      <p:sp>
        <p:nvSpPr>
          <p:cNvPr id="13" name="Text 11"/>
          <p:cNvSpPr/>
          <p:nvPr/>
        </p:nvSpPr>
        <p:spPr>
          <a:xfrm>
            <a:off x="1261872" y="5001768"/>
            <a:ext cx="6784848" cy="621792"/>
          </a:xfrm>
          <a:prstGeom prst="rect">
            <a:avLst/>
          </a:prstGeom>
          <a:noFill/>
          <a:ln/>
        </p:spPr>
        <p:txBody>
          <a:bodyPr wrap="square" lIns="0" tIns="0" rIns="0" bIns="0" rtlCol="0" anchor="ctr"/>
          <a:lstStyle/>
          <a:p>
            <a:pPr algn="l" indent="0" marL="0">
              <a:buNone/>
            </a:pPr>
            <a:r>
              <a:rPr lang="en-US" sz="2600" dirty="0">
                <a:solidFill>
                  <a:srgbClr val="0B1B33"/>
                </a:solidFill>
                <a:latin typeface="Calibri" pitchFamily="34" charset="0"/>
                <a:ea typeface="Calibri" pitchFamily="34" charset="-122"/>
                <a:cs typeface="Calibri" pitchFamily="34" charset="-120"/>
              </a:rPr>
              <a:t>Try another strategy</a:t>
            </a:r>
            <a:endParaRPr lang="en-US" sz="2600" dirty="0"/>
          </a:p>
        </p:txBody>
      </p:sp>
      <p:sp>
        <p:nvSpPr>
          <p:cNvPr id="14" name="Shape 12"/>
          <p:cNvSpPr/>
          <p:nvPr/>
        </p:nvSpPr>
        <p:spPr>
          <a:xfrm>
            <a:off x="822960" y="5934456"/>
            <a:ext cx="256032" cy="0"/>
          </a:xfrm>
          <a:prstGeom prst="line">
            <a:avLst/>
          </a:prstGeom>
          <a:noFill/>
          <a:ln w="38100">
            <a:solidFill>
              <a:srgbClr val="E8B84B"/>
            </a:solidFill>
            <a:prstDash val="solid"/>
          </a:ln>
        </p:spPr>
      </p:sp>
      <p:sp>
        <p:nvSpPr>
          <p:cNvPr id="15" name="Text 13"/>
          <p:cNvSpPr/>
          <p:nvPr/>
        </p:nvSpPr>
        <p:spPr>
          <a:xfrm>
            <a:off x="1261872" y="5623560"/>
            <a:ext cx="6784848" cy="621792"/>
          </a:xfrm>
          <a:prstGeom prst="rect">
            <a:avLst/>
          </a:prstGeom>
          <a:noFill/>
          <a:ln/>
        </p:spPr>
        <p:txBody>
          <a:bodyPr wrap="square" lIns="0" tIns="0" rIns="0" bIns="0" rtlCol="0" anchor="ctr"/>
          <a:lstStyle/>
          <a:p>
            <a:pPr algn="l" indent="0" marL="0">
              <a:buNone/>
            </a:pPr>
            <a:r>
              <a:rPr lang="en-US" sz="2600" dirty="0">
                <a:solidFill>
                  <a:srgbClr val="0B1B33"/>
                </a:solidFill>
                <a:latin typeface="Calibri" pitchFamily="34" charset="0"/>
                <a:ea typeface="Calibri" pitchFamily="34" charset="-122"/>
                <a:cs typeface="Calibri" pitchFamily="34" charset="-120"/>
              </a:rPr>
              <a:t>Explain what you noticed</a:t>
            </a:r>
            <a:endParaRPr lang="en-US" sz="2600" dirty="0"/>
          </a:p>
        </p:txBody>
      </p:sp>
      <p:sp>
        <p:nvSpPr>
          <p:cNvPr id="16" name="Shape 14"/>
          <p:cNvSpPr/>
          <p:nvPr/>
        </p:nvSpPr>
        <p:spPr>
          <a:xfrm>
            <a:off x="8686800" y="2377440"/>
            <a:ext cx="2651760" cy="3291840"/>
          </a:xfrm>
          <a:prstGeom prst="rect">
            <a:avLst/>
          </a:prstGeom>
          <a:solidFill>
            <a:srgbClr val="FFFFFF"/>
          </a:solidFill>
          <a:ln w="38100">
            <a:solidFill>
              <a:srgbClr val="0B1B33"/>
            </a:solidFill>
            <a:prstDash val="solid"/>
          </a:ln>
        </p:spPr>
      </p:sp>
      <p:sp>
        <p:nvSpPr>
          <p:cNvPr id="17" name="Text 15"/>
          <p:cNvSpPr/>
          <p:nvPr/>
        </p:nvSpPr>
        <p:spPr>
          <a:xfrm>
            <a:off x="9006840" y="2697480"/>
            <a:ext cx="914400" cy="548640"/>
          </a:xfrm>
          <a:prstGeom prst="rect">
            <a:avLst/>
          </a:prstGeom>
          <a:noFill/>
          <a:ln/>
        </p:spPr>
        <p:txBody>
          <a:bodyPr wrap="square" lIns="0" tIns="0" rIns="0" bIns="0" rtlCol="0" anchor="ctr"/>
          <a:lstStyle/>
          <a:p>
            <a:pPr algn="l" indent="0" marL="0">
              <a:buNone/>
            </a:pPr>
            <a:r>
              <a:rPr lang="en-US" sz="2400" b="1" dirty="0">
                <a:solidFill>
                  <a:srgbClr val="0B1B33"/>
                </a:solidFill>
                <a:latin typeface="Courier New" pitchFamily="34" charset="0"/>
                <a:ea typeface="Courier New" pitchFamily="34" charset="-122"/>
                <a:cs typeface="Courier New" pitchFamily="34" charset="-120"/>
              </a:rPr>
              <a:t>7</a:t>
            </a:r>
            <a:endParaRPr lang="en-US" sz="2400" dirty="0"/>
          </a:p>
        </p:txBody>
      </p:sp>
      <p:sp>
        <p:nvSpPr>
          <p:cNvPr id="18" name="Shape 16"/>
          <p:cNvSpPr/>
          <p:nvPr/>
        </p:nvSpPr>
        <p:spPr>
          <a:xfrm>
            <a:off x="9006840" y="3246120"/>
            <a:ext cx="2011680" cy="0"/>
          </a:xfrm>
          <a:prstGeom prst="line">
            <a:avLst/>
          </a:prstGeom>
          <a:noFill/>
          <a:ln w="25400">
            <a:solidFill>
              <a:srgbClr val="C9D2E0"/>
            </a:solidFill>
            <a:prstDash val="solid"/>
          </a:ln>
        </p:spPr>
      </p:sp>
      <p:sp>
        <p:nvSpPr>
          <p:cNvPr id="19" name="Text 17"/>
          <p:cNvSpPr/>
          <p:nvPr/>
        </p:nvSpPr>
        <p:spPr>
          <a:xfrm>
            <a:off x="9006840" y="3355848"/>
            <a:ext cx="914400" cy="548640"/>
          </a:xfrm>
          <a:prstGeom prst="rect">
            <a:avLst/>
          </a:prstGeom>
          <a:noFill/>
          <a:ln/>
        </p:spPr>
        <p:txBody>
          <a:bodyPr wrap="square" lIns="0" tIns="0" rIns="0" bIns="0" rtlCol="0" anchor="ctr"/>
          <a:lstStyle/>
          <a:p>
            <a:pPr algn="l" indent="0" marL="0">
              <a:buNone/>
            </a:pPr>
            <a:r>
              <a:rPr lang="en-US" sz="2400" b="1" dirty="0">
                <a:solidFill>
                  <a:srgbClr val="0B1B33"/>
                </a:solidFill>
                <a:latin typeface="Courier New" pitchFamily="34" charset="0"/>
                <a:ea typeface="Courier New" pitchFamily="34" charset="-122"/>
                <a:cs typeface="Courier New" pitchFamily="34" charset="-120"/>
              </a:rPr>
              <a:t>11</a:t>
            </a:r>
            <a:endParaRPr lang="en-US" sz="2400" dirty="0"/>
          </a:p>
        </p:txBody>
      </p:sp>
      <p:sp>
        <p:nvSpPr>
          <p:cNvPr id="20" name="Shape 18"/>
          <p:cNvSpPr/>
          <p:nvPr/>
        </p:nvSpPr>
        <p:spPr>
          <a:xfrm>
            <a:off x="9006840" y="3904488"/>
            <a:ext cx="2011680" cy="0"/>
          </a:xfrm>
          <a:prstGeom prst="line">
            <a:avLst/>
          </a:prstGeom>
          <a:noFill/>
          <a:ln w="25400">
            <a:solidFill>
              <a:srgbClr val="C9D2E0"/>
            </a:solidFill>
            <a:prstDash val="solid"/>
          </a:ln>
        </p:spPr>
      </p:sp>
      <p:sp>
        <p:nvSpPr>
          <p:cNvPr id="21" name="Text 19"/>
          <p:cNvSpPr/>
          <p:nvPr/>
        </p:nvSpPr>
        <p:spPr>
          <a:xfrm>
            <a:off x="9006840" y="4014216"/>
            <a:ext cx="914400" cy="548640"/>
          </a:xfrm>
          <a:prstGeom prst="rect">
            <a:avLst/>
          </a:prstGeom>
          <a:noFill/>
          <a:ln/>
        </p:spPr>
        <p:txBody>
          <a:bodyPr wrap="square" lIns="0" tIns="0" rIns="0" bIns="0" rtlCol="0" anchor="ctr"/>
          <a:lstStyle/>
          <a:p>
            <a:pPr algn="l" indent="0" marL="0">
              <a:buNone/>
            </a:pPr>
            <a:r>
              <a:rPr lang="en-US" sz="2400" b="1" dirty="0">
                <a:solidFill>
                  <a:srgbClr val="0B1B33"/>
                </a:solidFill>
                <a:latin typeface="Courier New" pitchFamily="34" charset="0"/>
                <a:ea typeface="Courier New" pitchFamily="34" charset="-122"/>
                <a:cs typeface="Courier New" pitchFamily="34" charset="-120"/>
              </a:rPr>
              <a:t>33</a:t>
            </a:r>
            <a:endParaRPr lang="en-US" sz="2400" dirty="0"/>
          </a:p>
        </p:txBody>
      </p:sp>
      <p:sp>
        <p:nvSpPr>
          <p:cNvPr id="22" name="Shape 20"/>
          <p:cNvSpPr/>
          <p:nvPr/>
        </p:nvSpPr>
        <p:spPr>
          <a:xfrm>
            <a:off x="9006840" y="4562856"/>
            <a:ext cx="2011680" cy="0"/>
          </a:xfrm>
          <a:prstGeom prst="line">
            <a:avLst/>
          </a:prstGeom>
          <a:noFill/>
          <a:ln w="25400">
            <a:solidFill>
              <a:srgbClr val="C9D2E0"/>
            </a:solidFill>
            <a:prstDash val="solid"/>
          </a:ln>
        </p:spPr>
      </p:sp>
      <p:sp>
        <p:nvSpPr>
          <p:cNvPr id="23" name="Text 21"/>
          <p:cNvSpPr/>
          <p:nvPr/>
        </p:nvSpPr>
        <p:spPr>
          <a:xfrm>
            <a:off x="9006840" y="4672584"/>
            <a:ext cx="914400" cy="548640"/>
          </a:xfrm>
          <a:prstGeom prst="rect">
            <a:avLst/>
          </a:prstGeom>
          <a:noFill/>
          <a:ln/>
        </p:spPr>
        <p:txBody>
          <a:bodyPr wrap="square" lIns="0" tIns="0" rIns="0" bIns="0" rtlCol="0" anchor="ctr"/>
          <a:lstStyle/>
          <a:p>
            <a:pPr algn="l" indent="0" marL="0">
              <a:buNone/>
            </a:pPr>
            <a:r>
              <a:rPr lang="en-US" sz="2400" b="1" dirty="0">
                <a:solidFill>
                  <a:srgbClr val="0B1B33"/>
                </a:solidFill>
                <a:latin typeface="Courier New" pitchFamily="34" charset="0"/>
                <a:ea typeface="Courier New" pitchFamily="34" charset="-122"/>
                <a:cs typeface="Courier New" pitchFamily="34" charset="-120"/>
              </a:rPr>
              <a:t>48</a:t>
            </a:r>
            <a:endParaRPr lang="en-US" sz="2400" dirty="0"/>
          </a:p>
        </p:txBody>
      </p:sp>
      <p:sp>
        <p:nvSpPr>
          <p:cNvPr id="24" name="Shape 22"/>
          <p:cNvSpPr/>
          <p:nvPr/>
        </p:nvSpPr>
        <p:spPr>
          <a:xfrm>
            <a:off x="9006840" y="5221224"/>
            <a:ext cx="2011680" cy="0"/>
          </a:xfrm>
          <a:prstGeom prst="line">
            <a:avLst/>
          </a:prstGeom>
          <a:noFill/>
          <a:ln w="25400">
            <a:solidFill>
              <a:srgbClr val="C9D2E0"/>
            </a:solidFill>
            <a:prstDash val="solid"/>
          </a:ln>
        </p:spPr>
      </p:sp>
      <p:sp>
        <p:nvSpPr>
          <p:cNvPr id="25" name="Text 23"/>
          <p:cNvSpPr/>
          <p:nvPr/>
        </p:nvSpPr>
        <p:spPr>
          <a:xfrm>
            <a:off x="10058400" y="2697480"/>
            <a:ext cx="1097280" cy="914400"/>
          </a:xfrm>
          <a:prstGeom prst="rect">
            <a:avLst/>
          </a:prstGeom>
          <a:noFill/>
          <a:ln/>
        </p:spPr>
        <p:txBody>
          <a:bodyPr wrap="square" lIns="0" tIns="0" rIns="0" bIns="0" rtlCol="0" anchor="ctr"/>
          <a:lstStyle/>
          <a:p>
            <a:pPr algn="l" indent="0" marL="0">
              <a:lnSpc>
                <a:spcPts val="1600"/>
              </a:lnSpc>
              <a:buNone/>
            </a:pPr>
            <a:r>
              <a:rPr lang="en-US" sz="1400" dirty="0">
                <a:solidFill>
                  <a:srgbClr val="4A5B75"/>
                </a:solidFill>
                <a:latin typeface="Calibri" pitchFamily="34" charset="0"/>
                <a:ea typeface="Calibri" pitchFamily="34" charset="-122"/>
                <a:cs typeface="Calibri" pitchFamily="34" charset="-120"/>
              </a:rPr>
              <a:t>one step</a:t>
            </a:r>
            <a:endParaRPr lang="en-US" sz="1400" dirty="0"/>
          </a:p>
          <a:p>
            <a:pPr algn="l" indent="0" marL="0">
              <a:lnSpc>
                <a:spcPts val="1600"/>
              </a:lnSpc>
              <a:buNone/>
            </a:pPr>
            <a:r>
              <a:rPr lang="en-US" sz="1400" dirty="0">
                <a:solidFill>
                  <a:srgbClr val="4A5B75"/>
                </a:solidFill>
                <a:latin typeface="Calibri" pitchFamily="34" charset="0"/>
                <a:ea typeface="Calibri" pitchFamily="34" charset="-122"/>
                <a:cs typeface="Calibri" pitchFamily="34" charset="-120"/>
              </a:rPr>
              <a:t>per line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4A5B75"/>
                </a:solidFill>
                <a:latin typeface="Courier New" pitchFamily="34" charset="0"/>
                <a:ea typeface="Courier New" pitchFamily="34" charset="-122"/>
                <a:cs typeface="Courier New" pitchFamily="34" charset="-120"/>
              </a:rPr>
              <a:t>TESTING WHAT FEELS RIGHT</a:t>
            </a:r>
            <a:endParaRPr lang="en-US" sz="1600" dirty="0"/>
          </a:p>
        </p:txBody>
      </p:sp>
      <p:sp>
        <p:nvSpPr>
          <p:cNvPr id="3" name="Text 1"/>
          <p:cNvSpPr/>
          <p:nvPr/>
        </p:nvSpPr>
        <p:spPr>
          <a:xfrm>
            <a:off x="822960" y="960120"/>
            <a:ext cx="10545775" cy="1554480"/>
          </a:xfrm>
          <a:prstGeom prst="rect">
            <a:avLst/>
          </a:prstGeom>
          <a:noFill/>
          <a:ln/>
        </p:spPr>
        <p:txBody>
          <a:bodyPr wrap="square" lIns="0" tIns="0" rIns="0" bIns="0" rtlCol="0" anchor="t"/>
          <a:lstStyle/>
          <a:p>
            <a:pPr algn="l" indent="0" marL="0">
              <a:lnSpc>
                <a:spcPts val="5600"/>
              </a:lnSpc>
              <a:buNone/>
            </a:pPr>
            <a:r>
              <a:rPr lang="en-US" sz="4800" b="1" spc="-150" kern="0" dirty="0">
                <a:solidFill>
                  <a:srgbClr val="0B1B33"/>
                </a:solidFill>
                <a:latin typeface="Arial" pitchFamily="34" charset="0"/>
                <a:ea typeface="Arial" pitchFamily="34" charset="-122"/>
                <a:cs typeface="Arial" pitchFamily="34" charset="-120"/>
              </a:rPr>
              <a:t>A thought can feel right</a:t>
            </a:r>
            <a:endParaRPr lang="en-US" sz="4800" dirty="0"/>
          </a:p>
          <a:p>
            <a:pPr algn="l" indent="0" marL="0">
              <a:lnSpc>
                <a:spcPts val="5600"/>
              </a:lnSpc>
              <a:buNone/>
            </a:pPr>
            <a:r>
              <a:rPr lang="en-US" sz="4800" b="1" spc="-150" kern="0" dirty="0">
                <a:solidFill>
                  <a:srgbClr val="0B1B33"/>
                </a:solidFill>
                <a:latin typeface="Arial" pitchFamily="34" charset="0"/>
                <a:ea typeface="Arial" pitchFamily="34" charset="-122"/>
                <a:cs typeface="Arial" pitchFamily="34" charset="-120"/>
              </a:rPr>
              <a:t>without being right.</a:t>
            </a:r>
            <a:endParaRPr lang="en-US" sz="4800" dirty="0"/>
          </a:p>
        </p:txBody>
      </p:sp>
      <p:sp>
        <p:nvSpPr>
          <p:cNvPr id="4" name="Text 2"/>
          <p:cNvSpPr/>
          <p:nvPr/>
        </p:nvSpPr>
        <p:spPr>
          <a:xfrm>
            <a:off x="822960" y="2880360"/>
            <a:ext cx="5669280" cy="640080"/>
          </a:xfrm>
          <a:prstGeom prst="rect">
            <a:avLst/>
          </a:prstGeom>
          <a:noFill/>
          <a:ln/>
        </p:spPr>
        <p:txBody>
          <a:bodyPr wrap="square" lIns="0" tIns="0" rIns="0" bIns="0" rtlCol="0" anchor="ctr"/>
          <a:lstStyle/>
          <a:p>
            <a:pPr algn="l" indent="0" marL="0">
              <a:buNone/>
            </a:pPr>
            <a:r>
              <a:rPr lang="en-US" sz="3800" b="1" dirty="0">
                <a:solidFill>
                  <a:srgbClr val="0B1B33"/>
                </a:solidFill>
                <a:latin typeface="Arial" pitchFamily="34" charset="0"/>
                <a:ea typeface="Arial" pitchFamily="34" charset="-122"/>
                <a:cs typeface="Arial" pitchFamily="34" charset="-120"/>
              </a:rPr>
              <a:t>So test it on paper.</a:t>
            </a:r>
            <a:endParaRPr lang="en-US" sz="3800" dirty="0"/>
          </a:p>
        </p:txBody>
      </p:sp>
      <p:sp>
        <p:nvSpPr>
          <p:cNvPr id="5" name="Shape 3"/>
          <p:cNvSpPr/>
          <p:nvPr/>
        </p:nvSpPr>
        <p:spPr>
          <a:xfrm>
            <a:off x="822960" y="4983480"/>
            <a:ext cx="1714134" cy="731520"/>
          </a:xfrm>
          <a:prstGeom prst="roundRect">
            <a:avLst>
              <a:gd name="adj" fmla="val 10000"/>
            </a:avLst>
          </a:prstGeom>
          <a:solidFill>
            <a:srgbClr val="EEF1F6"/>
          </a:solidFill>
          <a:ln w="12700">
            <a:solidFill>
              <a:srgbClr val="C9D2E0"/>
            </a:solidFill>
            <a:prstDash val="solid"/>
          </a:ln>
        </p:spPr>
      </p:sp>
      <p:sp>
        <p:nvSpPr>
          <p:cNvPr id="6" name="Text 4"/>
          <p:cNvSpPr/>
          <p:nvPr/>
        </p:nvSpPr>
        <p:spPr>
          <a:xfrm>
            <a:off x="822960" y="4983480"/>
            <a:ext cx="1714134" cy="731520"/>
          </a:xfrm>
          <a:prstGeom prst="rect">
            <a:avLst/>
          </a:prstGeom>
          <a:noFill/>
          <a:ln/>
        </p:spPr>
        <p:txBody>
          <a:bodyPr wrap="square" lIns="0" tIns="0" rIns="0" bIns="0" rtlCol="0" anchor="ctr"/>
          <a:lstStyle/>
          <a:p>
            <a:pPr algn="ctr" indent="0" marL="0">
              <a:buNone/>
            </a:pPr>
            <a:r>
              <a:rPr lang="en-US" sz="1700" b="1" spc="50" kern="0" dirty="0">
                <a:solidFill>
                  <a:srgbClr val="0B1B33"/>
                </a:solidFill>
                <a:latin typeface="Arial" pitchFamily="34" charset="0"/>
                <a:ea typeface="Arial" pitchFamily="34" charset="-122"/>
                <a:cs typeface="Arial" pitchFamily="34" charset="-120"/>
              </a:rPr>
              <a:t>BRAIN</a:t>
            </a:r>
            <a:endParaRPr lang="en-US" sz="1700" dirty="0"/>
          </a:p>
        </p:txBody>
      </p:sp>
      <p:sp>
        <p:nvSpPr>
          <p:cNvPr id="7" name="Text 5"/>
          <p:cNvSpPr/>
          <p:nvPr/>
        </p:nvSpPr>
        <p:spPr>
          <a:xfrm>
            <a:off x="2646822" y="4983480"/>
            <a:ext cx="274320" cy="731520"/>
          </a:xfrm>
          <a:prstGeom prst="rect">
            <a:avLst/>
          </a:prstGeom>
          <a:noFill/>
          <a:ln/>
        </p:spPr>
        <p:txBody>
          <a:bodyPr wrap="square" lIns="0" tIns="0" rIns="0" bIns="0" rtlCol="0" anchor="ctr"/>
          <a:lstStyle/>
          <a:p>
            <a:pPr algn="ctr" indent="0" marL="0">
              <a:buNone/>
            </a:pPr>
            <a:r>
              <a:rPr lang="en-US" sz="1700" b="1" dirty="0">
                <a:solidFill>
                  <a:srgbClr val="E8B84B"/>
                </a:solidFill>
                <a:latin typeface="Arial" pitchFamily="34" charset="0"/>
                <a:ea typeface="Arial" pitchFamily="34" charset="-122"/>
                <a:cs typeface="Arial" pitchFamily="34" charset="-120"/>
              </a:rPr>
              <a:t>→</a:t>
            </a:r>
            <a:endParaRPr lang="en-US" sz="1700" dirty="0"/>
          </a:p>
        </p:txBody>
      </p:sp>
      <p:sp>
        <p:nvSpPr>
          <p:cNvPr id="8" name="Shape 6"/>
          <p:cNvSpPr/>
          <p:nvPr/>
        </p:nvSpPr>
        <p:spPr>
          <a:xfrm>
            <a:off x="3030870" y="4983480"/>
            <a:ext cx="1714134" cy="731520"/>
          </a:xfrm>
          <a:prstGeom prst="roundRect">
            <a:avLst>
              <a:gd name="adj" fmla="val 10000"/>
            </a:avLst>
          </a:prstGeom>
          <a:solidFill>
            <a:srgbClr val="EEF1F6"/>
          </a:solidFill>
          <a:ln w="12700">
            <a:solidFill>
              <a:srgbClr val="C9D2E0"/>
            </a:solidFill>
            <a:prstDash val="solid"/>
          </a:ln>
        </p:spPr>
      </p:sp>
      <p:sp>
        <p:nvSpPr>
          <p:cNvPr id="9" name="Text 7"/>
          <p:cNvSpPr/>
          <p:nvPr/>
        </p:nvSpPr>
        <p:spPr>
          <a:xfrm>
            <a:off x="3030870" y="4983480"/>
            <a:ext cx="1714134" cy="731520"/>
          </a:xfrm>
          <a:prstGeom prst="rect">
            <a:avLst/>
          </a:prstGeom>
          <a:noFill/>
          <a:ln/>
        </p:spPr>
        <p:txBody>
          <a:bodyPr wrap="square" lIns="0" tIns="0" rIns="0" bIns="0" rtlCol="0" anchor="ctr"/>
          <a:lstStyle/>
          <a:p>
            <a:pPr algn="ctr" indent="0" marL="0">
              <a:buNone/>
            </a:pPr>
            <a:r>
              <a:rPr lang="en-US" sz="1700" b="1" spc="50" kern="0" dirty="0">
                <a:solidFill>
                  <a:srgbClr val="0B1B33"/>
                </a:solidFill>
                <a:latin typeface="Arial" pitchFamily="34" charset="0"/>
                <a:ea typeface="Arial" pitchFamily="34" charset="-122"/>
                <a:cs typeface="Arial" pitchFamily="34" charset="-120"/>
              </a:rPr>
              <a:t>HAND</a:t>
            </a:r>
            <a:endParaRPr lang="en-US" sz="1700" dirty="0"/>
          </a:p>
        </p:txBody>
      </p:sp>
      <p:sp>
        <p:nvSpPr>
          <p:cNvPr id="10" name="Text 8"/>
          <p:cNvSpPr/>
          <p:nvPr/>
        </p:nvSpPr>
        <p:spPr>
          <a:xfrm>
            <a:off x="4854732" y="4983480"/>
            <a:ext cx="274320" cy="731520"/>
          </a:xfrm>
          <a:prstGeom prst="rect">
            <a:avLst/>
          </a:prstGeom>
          <a:noFill/>
          <a:ln/>
        </p:spPr>
        <p:txBody>
          <a:bodyPr wrap="square" lIns="0" tIns="0" rIns="0" bIns="0" rtlCol="0" anchor="ctr"/>
          <a:lstStyle/>
          <a:p>
            <a:pPr algn="ctr" indent="0" marL="0">
              <a:buNone/>
            </a:pPr>
            <a:r>
              <a:rPr lang="en-US" sz="1700" b="1" dirty="0">
                <a:solidFill>
                  <a:srgbClr val="E8B84B"/>
                </a:solidFill>
                <a:latin typeface="Arial" pitchFamily="34" charset="0"/>
                <a:ea typeface="Arial" pitchFamily="34" charset="-122"/>
                <a:cs typeface="Arial" pitchFamily="34" charset="-120"/>
              </a:rPr>
              <a:t>→</a:t>
            </a:r>
            <a:endParaRPr lang="en-US" sz="1700" dirty="0"/>
          </a:p>
        </p:txBody>
      </p:sp>
      <p:sp>
        <p:nvSpPr>
          <p:cNvPr id="11" name="Shape 9"/>
          <p:cNvSpPr/>
          <p:nvPr/>
        </p:nvSpPr>
        <p:spPr>
          <a:xfrm>
            <a:off x="5238780" y="4983480"/>
            <a:ext cx="1714134" cy="731520"/>
          </a:xfrm>
          <a:prstGeom prst="roundRect">
            <a:avLst>
              <a:gd name="adj" fmla="val 10000"/>
            </a:avLst>
          </a:prstGeom>
          <a:solidFill>
            <a:srgbClr val="EEF1F6"/>
          </a:solidFill>
          <a:ln w="12700">
            <a:solidFill>
              <a:srgbClr val="C9D2E0"/>
            </a:solidFill>
            <a:prstDash val="solid"/>
          </a:ln>
        </p:spPr>
      </p:sp>
      <p:sp>
        <p:nvSpPr>
          <p:cNvPr id="12" name="Text 10"/>
          <p:cNvSpPr/>
          <p:nvPr/>
        </p:nvSpPr>
        <p:spPr>
          <a:xfrm>
            <a:off x="5238780" y="4983480"/>
            <a:ext cx="1714134" cy="731520"/>
          </a:xfrm>
          <a:prstGeom prst="rect">
            <a:avLst/>
          </a:prstGeom>
          <a:noFill/>
          <a:ln/>
        </p:spPr>
        <p:txBody>
          <a:bodyPr wrap="square" lIns="0" tIns="0" rIns="0" bIns="0" rtlCol="0" anchor="ctr"/>
          <a:lstStyle/>
          <a:p>
            <a:pPr algn="ctr" indent="0" marL="0">
              <a:buNone/>
            </a:pPr>
            <a:r>
              <a:rPr lang="en-US" sz="1700" b="1" spc="50" kern="0" dirty="0">
                <a:solidFill>
                  <a:srgbClr val="0B1B33"/>
                </a:solidFill>
                <a:latin typeface="Arial" pitchFamily="34" charset="0"/>
                <a:ea typeface="Arial" pitchFamily="34" charset="-122"/>
                <a:cs typeface="Arial" pitchFamily="34" charset="-120"/>
              </a:rPr>
              <a:t>PAPER</a:t>
            </a:r>
            <a:endParaRPr lang="en-US" sz="1700" dirty="0"/>
          </a:p>
        </p:txBody>
      </p:sp>
      <p:sp>
        <p:nvSpPr>
          <p:cNvPr id="13" name="Text 11"/>
          <p:cNvSpPr/>
          <p:nvPr/>
        </p:nvSpPr>
        <p:spPr>
          <a:xfrm>
            <a:off x="7062643" y="4983480"/>
            <a:ext cx="274320" cy="731520"/>
          </a:xfrm>
          <a:prstGeom prst="rect">
            <a:avLst/>
          </a:prstGeom>
          <a:noFill/>
          <a:ln/>
        </p:spPr>
        <p:txBody>
          <a:bodyPr wrap="square" lIns="0" tIns="0" rIns="0" bIns="0" rtlCol="0" anchor="ctr"/>
          <a:lstStyle/>
          <a:p>
            <a:pPr algn="ctr" indent="0" marL="0">
              <a:buNone/>
            </a:pPr>
            <a:r>
              <a:rPr lang="en-US" sz="1700" b="1" dirty="0">
                <a:solidFill>
                  <a:srgbClr val="E8B84B"/>
                </a:solidFill>
                <a:latin typeface="Arial" pitchFamily="34" charset="0"/>
                <a:ea typeface="Arial" pitchFamily="34" charset="-122"/>
                <a:cs typeface="Arial" pitchFamily="34" charset="-120"/>
              </a:rPr>
              <a:t>→</a:t>
            </a:r>
            <a:endParaRPr lang="en-US" sz="1700" dirty="0"/>
          </a:p>
        </p:txBody>
      </p:sp>
      <p:sp>
        <p:nvSpPr>
          <p:cNvPr id="14" name="Shape 12"/>
          <p:cNvSpPr/>
          <p:nvPr/>
        </p:nvSpPr>
        <p:spPr>
          <a:xfrm>
            <a:off x="7446691" y="4983480"/>
            <a:ext cx="1714134" cy="731520"/>
          </a:xfrm>
          <a:prstGeom prst="roundRect">
            <a:avLst>
              <a:gd name="adj" fmla="val 10000"/>
            </a:avLst>
          </a:prstGeom>
          <a:solidFill>
            <a:srgbClr val="EEF1F6"/>
          </a:solidFill>
          <a:ln w="12700">
            <a:solidFill>
              <a:srgbClr val="C9D2E0"/>
            </a:solidFill>
            <a:prstDash val="solid"/>
          </a:ln>
        </p:spPr>
      </p:sp>
      <p:sp>
        <p:nvSpPr>
          <p:cNvPr id="15" name="Text 13"/>
          <p:cNvSpPr/>
          <p:nvPr/>
        </p:nvSpPr>
        <p:spPr>
          <a:xfrm>
            <a:off x="7446691" y="4983480"/>
            <a:ext cx="1714134" cy="731520"/>
          </a:xfrm>
          <a:prstGeom prst="rect">
            <a:avLst/>
          </a:prstGeom>
          <a:noFill/>
          <a:ln/>
        </p:spPr>
        <p:txBody>
          <a:bodyPr wrap="square" lIns="0" tIns="0" rIns="0" bIns="0" rtlCol="0" anchor="ctr"/>
          <a:lstStyle/>
          <a:p>
            <a:pPr algn="ctr" indent="0" marL="0">
              <a:buNone/>
            </a:pPr>
            <a:r>
              <a:rPr lang="en-US" sz="1700" b="1" spc="50" kern="0" dirty="0">
                <a:solidFill>
                  <a:srgbClr val="0B1B33"/>
                </a:solidFill>
                <a:latin typeface="Arial" pitchFamily="34" charset="0"/>
                <a:ea typeface="Arial" pitchFamily="34" charset="-122"/>
                <a:cs typeface="Arial" pitchFamily="34" charset="-120"/>
              </a:rPr>
              <a:t>EYES</a:t>
            </a:r>
            <a:endParaRPr lang="en-US" sz="1700" dirty="0"/>
          </a:p>
        </p:txBody>
      </p:sp>
      <p:sp>
        <p:nvSpPr>
          <p:cNvPr id="16" name="Text 14"/>
          <p:cNvSpPr/>
          <p:nvPr/>
        </p:nvSpPr>
        <p:spPr>
          <a:xfrm>
            <a:off x="9270553" y="4983480"/>
            <a:ext cx="274320" cy="731520"/>
          </a:xfrm>
          <a:prstGeom prst="rect">
            <a:avLst/>
          </a:prstGeom>
          <a:noFill/>
          <a:ln/>
        </p:spPr>
        <p:txBody>
          <a:bodyPr wrap="square" lIns="0" tIns="0" rIns="0" bIns="0" rtlCol="0" anchor="ctr"/>
          <a:lstStyle/>
          <a:p>
            <a:pPr algn="ctr" indent="0" marL="0">
              <a:buNone/>
            </a:pPr>
            <a:r>
              <a:rPr lang="en-US" sz="1700" b="1" dirty="0">
                <a:solidFill>
                  <a:srgbClr val="E8B84B"/>
                </a:solidFill>
                <a:latin typeface="Arial" pitchFamily="34" charset="0"/>
                <a:ea typeface="Arial" pitchFamily="34" charset="-122"/>
                <a:cs typeface="Arial" pitchFamily="34" charset="-120"/>
              </a:rPr>
              <a:t>→</a:t>
            </a:r>
            <a:endParaRPr lang="en-US" sz="1700" dirty="0"/>
          </a:p>
        </p:txBody>
      </p:sp>
      <p:sp>
        <p:nvSpPr>
          <p:cNvPr id="17" name="Shape 15"/>
          <p:cNvSpPr/>
          <p:nvPr/>
        </p:nvSpPr>
        <p:spPr>
          <a:xfrm>
            <a:off x="9654601" y="4983480"/>
            <a:ext cx="1714134" cy="731520"/>
          </a:xfrm>
          <a:prstGeom prst="roundRect">
            <a:avLst>
              <a:gd name="adj" fmla="val 10000"/>
            </a:avLst>
          </a:prstGeom>
          <a:solidFill>
            <a:srgbClr val="EEF1F6"/>
          </a:solidFill>
          <a:ln w="12700">
            <a:solidFill>
              <a:srgbClr val="C9D2E0"/>
            </a:solidFill>
            <a:prstDash val="solid"/>
          </a:ln>
        </p:spPr>
      </p:sp>
      <p:sp>
        <p:nvSpPr>
          <p:cNvPr id="18" name="Text 16"/>
          <p:cNvSpPr/>
          <p:nvPr/>
        </p:nvSpPr>
        <p:spPr>
          <a:xfrm>
            <a:off x="9654601" y="4983480"/>
            <a:ext cx="1714134" cy="731520"/>
          </a:xfrm>
          <a:prstGeom prst="rect">
            <a:avLst/>
          </a:prstGeom>
          <a:noFill/>
          <a:ln/>
        </p:spPr>
        <p:txBody>
          <a:bodyPr wrap="square" lIns="0" tIns="0" rIns="0" bIns="0" rtlCol="0" anchor="ctr"/>
          <a:lstStyle/>
          <a:p>
            <a:pPr algn="ctr" indent="0" marL="0">
              <a:buNone/>
            </a:pPr>
            <a:r>
              <a:rPr lang="en-US" sz="1700" b="1" spc="50" kern="0" dirty="0">
                <a:solidFill>
                  <a:srgbClr val="0B1B33"/>
                </a:solidFill>
                <a:latin typeface="Arial" pitchFamily="34" charset="0"/>
                <a:ea typeface="Arial" pitchFamily="34" charset="-122"/>
                <a:cs typeface="Arial" pitchFamily="34" charset="-120"/>
              </a:rPr>
              <a:t>BRAIN</a:t>
            </a:r>
            <a:endParaRPr lang="en-US" sz="1700" dirty="0"/>
          </a:p>
        </p:txBody>
      </p:sp>
      <p:sp>
        <p:nvSpPr>
          <p:cNvPr id="19" name="Text 17"/>
          <p:cNvSpPr/>
          <p:nvPr/>
        </p:nvSpPr>
        <p:spPr>
          <a:xfrm>
            <a:off x="822960" y="5852160"/>
            <a:ext cx="10545775" cy="411480"/>
          </a:xfrm>
          <a:prstGeom prst="rect">
            <a:avLst/>
          </a:prstGeom>
          <a:noFill/>
          <a:ln/>
        </p:spPr>
        <p:txBody>
          <a:bodyPr wrap="square" lIns="0" tIns="0" rIns="0" bIns="0" rtlCol="0" anchor="ctr"/>
          <a:lstStyle/>
          <a:p>
            <a:pPr algn="l" indent="0" marL="0">
              <a:buNone/>
            </a:pPr>
            <a:r>
              <a:rPr lang="en-US" sz="1800" dirty="0">
                <a:solidFill>
                  <a:srgbClr val="4A5B75"/>
                </a:solidFill>
                <a:latin typeface="Calibri" pitchFamily="34" charset="0"/>
                <a:ea typeface="Calibri" pitchFamily="34" charset="-122"/>
                <a:cs typeface="Calibri" pitchFamily="34" charset="-120"/>
              </a:rPr>
              <a:t>Writing gives the thought another checkpoint.</a:t>
            </a:r>
            <a:endParaRPr lang="en-US" sz="1800" dirty="0"/>
          </a:p>
        </p:txBody>
      </p:sp>
      <p:sp>
        <p:nvSpPr>
          <p:cNvPr id="20" name="Shape 18"/>
          <p:cNvSpPr/>
          <p:nvPr/>
        </p:nvSpPr>
        <p:spPr>
          <a:xfrm>
            <a:off x="6675120" y="2331720"/>
            <a:ext cx="2880360" cy="1645920"/>
          </a:xfrm>
          <a:prstGeom prst="rect">
            <a:avLst/>
          </a:prstGeom>
          <a:solidFill>
            <a:srgbClr val="FFFFFF"/>
          </a:solidFill>
          <a:ln w="38100">
            <a:solidFill>
              <a:srgbClr val="0B1B33"/>
            </a:solidFill>
            <a:prstDash val="solid"/>
          </a:ln>
        </p:spPr>
      </p:sp>
      <p:sp>
        <p:nvSpPr>
          <p:cNvPr id="21" name="Text 19"/>
          <p:cNvSpPr/>
          <p:nvPr/>
        </p:nvSpPr>
        <p:spPr>
          <a:xfrm>
            <a:off x="6803136" y="2459736"/>
            <a:ext cx="1280160" cy="274320"/>
          </a:xfrm>
          <a:prstGeom prst="rect">
            <a:avLst/>
          </a:prstGeom>
          <a:noFill/>
          <a:ln/>
        </p:spPr>
        <p:txBody>
          <a:bodyPr wrap="square" lIns="0" tIns="0" rIns="0" bIns="0" rtlCol="0" anchor="ctr"/>
          <a:lstStyle/>
          <a:p>
            <a:pPr algn="l" indent="0" marL="0">
              <a:buNone/>
            </a:pPr>
            <a:r>
              <a:rPr lang="en-US" sz="1200" b="1" spc="200" kern="0" dirty="0">
                <a:solidFill>
                  <a:srgbClr val="4A5B75"/>
                </a:solidFill>
                <a:latin typeface="Courier New" pitchFamily="34" charset="0"/>
                <a:ea typeface="Courier New" pitchFamily="34" charset="-122"/>
                <a:cs typeface="Courier New" pitchFamily="34" charset="-120"/>
              </a:rPr>
              <a:t>TRUNK</a:t>
            </a:r>
            <a:endParaRPr lang="en-US" sz="1200" dirty="0"/>
          </a:p>
        </p:txBody>
      </p:sp>
      <p:sp>
        <p:nvSpPr>
          <p:cNvPr id="22" name="Shape 20"/>
          <p:cNvSpPr/>
          <p:nvPr/>
        </p:nvSpPr>
        <p:spPr>
          <a:xfrm>
            <a:off x="6887718" y="2654046"/>
            <a:ext cx="946404" cy="946404"/>
          </a:xfrm>
          <a:prstGeom prst="ellipse">
            <a:avLst/>
          </a:prstGeom>
          <a:solidFill>
            <a:srgbClr val="FFFFFF">
              <a:alpha val="0"/>
            </a:srgbClr>
          </a:solidFill>
          <a:ln w="50800">
            <a:solidFill>
              <a:srgbClr val="FF5C39"/>
            </a:solidFill>
            <a:prstDash val="solid"/>
          </a:ln>
        </p:spPr>
      </p:sp>
      <p:sp>
        <p:nvSpPr>
          <p:cNvPr id="23" name="Shape 21"/>
          <p:cNvSpPr/>
          <p:nvPr/>
        </p:nvSpPr>
        <p:spPr>
          <a:xfrm>
            <a:off x="8990838" y="2654046"/>
            <a:ext cx="946404" cy="946404"/>
          </a:xfrm>
          <a:prstGeom prst="ellipse">
            <a:avLst/>
          </a:prstGeom>
          <a:solidFill>
            <a:srgbClr val="FFFFFF">
              <a:alpha val="0"/>
            </a:srgbClr>
          </a:solidFill>
          <a:ln w="50800">
            <a:solidFill>
              <a:srgbClr val="FF5C39"/>
            </a:solidFill>
            <a:prstDash val="solid"/>
          </a:ln>
        </p:spPr>
      </p:sp>
      <p:sp>
        <p:nvSpPr>
          <p:cNvPr id="24" name="Shape 22"/>
          <p:cNvSpPr/>
          <p:nvPr/>
        </p:nvSpPr>
        <p:spPr>
          <a:xfrm flipV="1">
            <a:off x="7360920" y="2233422"/>
            <a:ext cx="578358" cy="893826"/>
          </a:xfrm>
          <a:prstGeom prst="line">
            <a:avLst/>
          </a:prstGeom>
          <a:noFill/>
          <a:ln w="50800">
            <a:solidFill>
              <a:srgbClr val="FF5C39"/>
            </a:solidFill>
            <a:prstDash val="solid"/>
          </a:ln>
        </p:spPr>
      </p:sp>
      <p:sp>
        <p:nvSpPr>
          <p:cNvPr id="25" name="Shape 23"/>
          <p:cNvSpPr/>
          <p:nvPr/>
        </p:nvSpPr>
        <p:spPr>
          <a:xfrm>
            <a:off x="7360920" y="3127248"/>
            <a:ext cx="841248" cy="0"/>
          </a:xfrm>
          <a:prstGeom prst="line">
            <a:avLst/>
          </a:prstGeom>
          <a:noFill/>
          <a:ln w="50800">
            <a:solidFill>
              <a:srgbClr val="FF5C39"/>
            </a:solidFill>
            <a:prstDash val="solid"/>
          </a:ln>
        </p:spPr>
      </p:sp>
      <p:sp>
        <p:nvSpPr>
          <p:cNvPr id="26" name="Shape 24"/>
          <p:cNvSpPr/>
          <p:nvPr/>
        </p:nvSpPr>
        <p:spPr>
          <a:xfrm>
            <a:off x="7939278" y="2233422"/>
            <a:ext cx="262890" cy="893826"/>
          </a:xfrm>
          <a:prstGeom prst="line">
            <a:avLst/>
          </a:prstGeom>
          <a:noFill/>
          <a:ln w="50800">
            <a:solidFill>
              <a:srgbClr val="FF5C39"/>
            </a:solidFill>
            <a:prstDash val="solid"/>
          </a:ln>
        </p:spPr>
      </p:sp>
      <p:sp>
        <p:nvSpPr>
          <p:cNvPr id="27" name="Shape 25"/>
          <p:cNvSpPr/>
          <p:nvPr/>
        </p:nvSpPr>
        <p:spPr>
          <a:xfrm>
            <a:off x="7939278" y="2233422"/>
            <a:ext cx="1261872" cy="0"/>
          </a:xfrm>
          <a:prstGeom prst="line">
            <a:avLst/>
          </a:prstGeom>
          <a:noFill/>
          <a:ln w="50800">
            <a:solidFill>
              <a:srgbClr val="FF5C39"/>
            </a:solidFill>
            <a:prstDash val="solid"/>
          </a:ln>
        </p:spPr>
      </p:sp>
      <p:sp>
        <p:nvSpPr>
          <p:cNvPr id="28" name="Shape 26"/>
          <p:cNvSpPr/>
          <p:nvPr/>
        </p:nvSpPr>
        <p:spPr>
          <a:xfrm flipV="1">
            <a:off x="8202168" y="2233422"/>
            <a:ext cx="998982" cy="893826"/>
          </a:xfrm>
          <a:prstGeom prst="line">
            <a:avLst/>
          </a:prstGeom>
          <a:noFill/>
          <a:ln w="50800">
            <a:solidFill>
              <a:srgbClr val="FF5C39"/>
            </a:solidFill>
            <a:prstDash val="solid"/>
          </a:ln>
        </p:spPr>
      </p:sp>
      <p:sp>
        <p:nvSpPr>
          <p:cNvPr id="29" name="Shape 27"/>
          <p:cNvSpPr/>
          <p:nvPr/>
        </p:nvSpPr>
        <p:spPr>
          <a:xfrm>
            <a:off x="9201150" y="2233422"/>
            <a:ext cx="262890" cy="893826"/>
          </a:xfrm>
          <a:prstGeom prst="line">
            <a:avLst/>
          </a:prstGeom>
          <a:noFill/>
          <a:ln w="50800">
            <a:solidFill>
              <a:srgbClr val="FF5C39"/>
            </a:solidFill>
            <a:prstDash val="solid"/>
          </a:ln>
        </p:spPr>
      </p:sp>
      <p:sp>
        <p:nvSpPr>
          <p:cNvPr id="30" name="Shape 28"/>
          <p:cNvSpPr/>
          <p:nvPr/>
        </p:nvSpPr>
        <p:spPr>
          <a:xfrm>
            <a:off x="9201150" y="2075688"/>
            <a:ext cx="0" cy="157734"/>
          </a:xfrm>
          <a:prstGeom prst="line">
            <a:avLst/>
          </a:prstGeom>
          <a:noFill/>
          <a:ln w="50800">
            <a:solidFill>
              <a:srgbClr val="FF5C39"/>
            </a:solidFill>
            <a:prstDash val="solid"/>
          </a:ln>
        </p:spPr>
      </p:sp>
      <p:sp>
        <p:nvSpPr>
          <p:cNvPr id="31" name="Shape 29"/>
          <p:cNvSpPr/>
          <p:nvPr/>
        </p:nvSpPr>
        <p:spPr>
          <a:xfrm>
            <a:off x="9001354" y="2075688"/>
            <a:ext cx="504749" cy="0"/>
          </a:xfrm>
          <a:prstGeom prst="line">
            <a:avLst/>
          </a:prstGeom>
          <a:noFill/>
          <a:ln w="50800">
            <a:solidFill>
              <a:srgbClr val="FF5C39"/>
            </a:solidFill>
            <a:prstDash val="solid"/>
          </a:ln>
        </p:spPr>
      </p:sp>
      <p:sp>
        <p:nvSpPr>
          <p:cNvPr id="32" name="Shape 30"/>
          <p:cNvSpPr/>
          <p:nvPr/>
        </p:nvSpPr>
        <p:spPr>
          <a:xfrm>
            <a:off x="7707935" y="2107235"/>
            <a:ext cx="483718" cy="0"/>
          </a:xfrm>
          <a:prstGeom prst="line">
            <a:avLst/>
          </a:prstGeom>
          <a:noFill/>
          <a:ln w="50800">
            <a:solidFill>
              <a:srgbClr val="FF5C39"/>
            </a:solidFill>
            <a:prstDash val="solid"/>
          </a:ln>
        </p:spPr>
      </p:sp>
      <p:sp>
        <p:nvSpPr>
          <p:cNvPr id="33" name="Text 31"/>
          <p:cNvSpPr/>
          <p:nvPr/>
        </p:nvSpPr>
        <p:spPr>
          <a:xfrm>
            <a:off x="8915400" y="4069080"/>
            <a:ext cx="2011680" cy="320040"/>
          </a:xfrm>
          <a:prstGeom prst="rect">
            <a:avLst/>
          </a:prstGeom>
          <a:noFill/>
          <a:ln/>
        </p:spPr>
        <p:txBody>
          <a:bodyPr wrap="square" lIns="0" tIns="0" rIns="0" bIns="0" rtlCol="0" anchor="ctr"/>
          <a:lstStyle/>
          <a:p>
            <a:pPr algn="ctr" indent="0" marL="0">
              <a:buNone/>
            </a:pPr>
            <a:r>
              <a:rPr lang="en-US" sz="1500" i="1" dirty="0">
                <a:solidFill>
                  <a:srgbClr val="FF5C39"/>
                </a:solidFill>
                <a:latin typeface="Calibri" pitchFamily="34" charset="0"/>
                <a:ea typeface="Calibri" pitchFamily="34" charset="-122"/>
                <a:cs typeface="Calibri" pitchFamily="34" charset="-120"/>
              </a:rPr>
              <a:t>does not fit</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4A5B75"/>
                </a:solidFill>
                <a:latin typeface="Courier New" pitchFamily="34" charset="0"/>
                <a:ea typeface="Courier New" pitchFamily="34" charset="-122"/>
                <a:cs typeface="Courier New" pitchFamily="34" charset="-120"/>
              </a:rPr>
              <a:t>REPETITIONS</a:t>
            </a:r>
            <a:endParaRPr lang="en-US" sz="1600" dirty="0"/>
          </a:p>
        </p:txBody>
      </p:sp>
      <p:sp>
        <p:nvSpPr>
          <p:cNvPr id="3" name="Text 1"/>
          <p:cNvSpPr/>
          <p:nvPr/>
        </p:nvSpPr>
        <p:spPr>
          <a:xfrm>
            <a:off x="822960" y="960120"/>
            <a:ext cx="10545775" cy="1828800"/>
          </a:xfrm>
          <a:prstGeom prst="rect">
            <a:avLst/>
          </a:prstGeom>
          <a:noFill/>
          <a:ln/>
        </p:spPr>
        <p:txBody>
          <a:bodyPr wrap="square" lIns="0" tIns="0" rIns="0" bIns="0" rtlCol="0" anchor="t"/>
          <a:lstStyle/>
          <a:p>
            <a:pPr algn="l" indent="0" marL="0">
              <a:lnSpc>
                <a:spcPts val="7200"/>
              </a:lnSpc>
              <a:buNone/>
            </a:pPr>
            <a:r>
              <a:rPr lang="en-US" sz="5200" b="1" spc="-150" kern="0" dirty="0">
                <a:solidFill>
                  <a:srgbClr val="0B1B33"/>
                </a:solidFill>
                <a:latin typeface="Arial" pitchFamily="34" charset="0"/>
                <a:ea typeface="Arial" pitchFamily="34" charset="-122"/>
                <a:cs typeface="Arial" pitchFamily="34" charset="-120"/>
              </a:rPr>
              <a:t>Watching is not</a:t>
            </a:r>
            <a:endParaRPr lang="en-US" sz="5200" dirty="0"/>
          </a:p>
          <a:p>
            <a:pPr algn="l" indent="0" marL="0">
              <a:lnSpc>
                <a:spcPts val="7200"/>
              </a:lnSpc>
              <a:buNone/>
            </a:pPr>
            <a:r>
              <a:rPr lang="en-US" sz="5200" b="1" spc="-150" kern="0" dirty="0">
                <a:solidFill>
                  <a:srgbClr val="0B1B33"/>
                </a:solidFill>
                <a:latin typeface="Arial" pitchFamily="34" charset="0"/>
                <a:ea typeface="Arial" pitchFamily="34" charset="-122"/>
                <a:cs typeface="Arial" pitchFamily="34" charset="-120"/>
              </a:rPr>
              <a:t>the same as doing.</a:t>
            </a:r>
            <a:endParaRPr lang="en-US" sz="5200" dirty="0"/>
          </a:p>
        </p:txBody>
      </p:sp>
      <p:sp>
        <p:nvSpPr>
          <p:cNvPr id="4" name="Text 2"/>
          <p:cNvSpPr/>
          <p:nvPr/>
        </p:nvSpPr>
        <p:spPr>
          <a:xfrm>
            <a:off x="822960" y="3063240"/>
            <a:ext cx="6583680" cy="731520"/>
          </a:xfrm>
          <a:prstGeom prst="rect">
            <a:avLst/>
          </a:prstGeom>
          <a:noFill/>
          <a:ln/>
        </p:spPr>
        <p:txBody>
          <a:bodyPr wrap="square" lIns="0" tIns="0" rIns="0" bIns="0" rtlCol="0" anchor="ctr"/>
          <a:lstStyle/>
          <a:p>
            <a:pPr algn="l" indent="0" marL="0">
              <a:buNone/>
            </a:pPr>
            <a:r>
              <a:rPr lang="en-US" sz="3800" b="1" dirty="0">
                <a:solidFill>
                  <a:srgbClr val="0B1B33"/>
                </a:solidFill>
                <a:latin typeface="Arial" pitchFamily="34" charset="0"/>
                <a:ea typeface="Arial" pitchFamily="34" charset="-122"/>
                <a:cs typeface="Arial" pitchFamily="34" charset="-120"/>
              </a:rPr>
              <a:t>Every problem is one repetition.</a:t>
            </a:r>
            <a:endParaRPr lang="en-US" sz="3800" dirty="0"/>
          </a:p>
        </p:txBody>
      </p:sp>
      <p:sp>
        <p:nvSpPr>
          <p:cNvPr id="5" name="Text 3"/>
          <p:cNvSpPr/>
          <p:nvPr/>
        </p:nvSpPr>
        <p:spPr>
          <a:xfrm>
            <a:off x="822960" y="3931920"/>
            <a:ext cx="6583680" cy="914400"/>
          </a:xfrm>
          <a:prstGeom prst="rect">
            <a:avLst/>
          </a:prstGeom>
          <a:noFill/>
          <a:ln/>
        </p:spPr>
        <p:txBody>
          <a:bodyPr wrap="square" lIns="0" tIns="0" rIns="0" bIns="0" rtlCol="0" anchor="t"/>
          <a:lstStyle/>
          <a:p>
            <a:pPr algn="l" indent="0" marL="0">
              <a:lnSpc>
                <a:spcPts val="3000"/>
              </a:lnSpc>
              <a:buNone/>
            </a:pPr>
            <a:r>
              <a:rPr lang="en-US" sz="2100" dirty="0">
                <a:solidFill>
                  <a:srgbClr val="4A5B75"/>
                </a:solidFill>
                <a:latin typeface="Calibri" pitchFamily="34" charset="0"/>
                <a:ea typeface="Calibri" pitchFamily="34" charset="-122"/>
                <a:cs typeface="Calibri" pitchFamily="34" charset="-120"/>
              </a:rPr>
              <a:t>Focus. Organize. Choose a strategy. Test it. Adjust.</a:t>
            </a:r>
            <a:endParaRPr lang="en-US" sz="2100" dirty="0"/>
          </a:p>
          <a:p>
            <a:pPr algn="l" indent="0" marL="0">
              <a:lnSpc>
                <a:spcPts val="3000"/>
              </a:lnSpc>
              <a:buNone/>
            </a:pPr>
            <a:r>
              <a:rPr lang="en-US" sz="2100" dirty="0">
                <a:solidFill>
                  <a:srgbClr val="4A5B75"/>
                </a:solidFill>
                <a:latin typeface="Calibri" pitchFamily="34" charset="0"/>
                <a:ea typeface="Calibri" pitchFamily="34" charset="-122"/>
                <a:cs typeface="Calibri" pitchFamily="34" charset="-120"/>
              </a:rPr>
              <a:t>That is what one repetition practices.</a:t>
            </a:r>
            <a:endParaRPr lang="en-US" sz="2100" dirty="0"/>
          </a:p>
        </p:txBody>
      </p:sp>
      <p:sp>
        <p:nvSpPr>
          <p:cNvPr id="6" name="Shape 4"/>
          <p:cNvSpPr/>
          <p:nvPr/>
        </p:nvSpPr>
        <p:spPr>
          <a:xfrm>
            <a:off x="8001000" y="1965960"/>
            <a:ext cx="3337560" cy="3246120"/>
          </a:xfrm>
          <a:prstGeom prst="rect">
            <a:avLst/>
          </a:prstGeom>
          <a:solidFill>
            <a:srgbClr val="FFFFFF"/>
          </a:solidFill>
          <a:ln w="38100">
            <a:solidFill>
              <a:srgbClr val="0B1B33"/>
            </a:solidFill>
            <a:prstDash val="solid"/>
          </a:ln>
        </p:spPr>
      </p:sp>
      <p:sp>
        <p:nvSpPr>
          <p:cNvPr id="7" name="Text 5"/>
          <p:cNvSpPr/>
          <p:nvPr/>
        </p:nvSpPr>
        <p:spPr>
          <a:xfrm>
            <a:off x="8001000" y="2194560"/>
            <a:ext cx="3337560" cy="274320"/>
          </a:xfrm>
          <a:prstGeom prst="rect">
            <a:avLst/>
          </a:prstGeom>
          <a:noFill/>
          <a:ln/>
        </p:spPr>
        <p:txBody>
          <a:bodyPr wrap="square" lIns="0" tIns="0" rIns="0" bIns="0" rtlCol="0" anchor="ctr"/>
          <a:lstStyle/>
          <a:p>
            <a:pPr algn="ctr" indent="0" marL="0">
              <a:buNone/>
            </a:pPr>
            <a:r>
              <a:rPr lang="en-US" sz="1300" b="1" spc="200" kern="0" dirty="0">
                <a:solidFill>
                  <a:srgbClr val="4A5B75"/>
                </a:solidFill>
                <a:latin typeface="Courier New" pitchFamily="34" charset="0"/>
                <a:ea typeface="Courier New" pitchFamily="34" charset="-122"/>
                <a:cs typeface="Courier New" pitchFamily="34" charset="-120"/>
              </a:rPr>
              <a:t>YOU WATCHED ME SOLVE</a:t>
            </a:r>
            <a:endParaRPr lang="en-US" sz="1300" dirty="0"/>
          </a:p>
        </p:txBody>
      </p:sp>
      <p:sp>
        <p:nvSpPr>
          <p:cNvPr id="8" name="Text 6"/>
          <p:cNvSpPr/>
          <p:nvPr/>
        </p:nvSpPr>
        <p:spPr>
          <a:xfrm>
            <a:off x="8001000" y="2468880"/>
            <a:ext cx="3337560" cy="914400"/>
          </a:xfrm>
          <a:prstGeom prst="rect">
            <a:avLst/>
          </a:prstGeom>
          <a:noFill/>
          <a:ln/>
        </p:spPr>
        <p:txBody>
          <a:bodyPr wrap="square" lIns="0" tIns="0" rIns="0" bIns="0" rtlCol="0" anchor="ctr"/>
          <a:lstStyle/>
          <a:p>
            <a:pPr algn="ctr" indent="0" marL="0">
              <a:buNone/>
            </a:pPr>
            <a:r>
              <a:rPr lang="en-US" sz="7200" b="1" dirty="0">
                <a:solidFill>
                  <a:srgbClr val="4A5B75"/>
                </a:solidFill>
                <a:latin typeface="Courier New" pitchFamily="34" charset="0"/>
                <a:ea typeface="Courier New" pitchFamily="34" charset="-122"/>
                <a:cs typeface="Courier New" pitchFamily="34" charset="-120"/>
              </a:rPr>
              <a:t>10</a:t>
            </a:r>
            <a:endParaRPr lang="en-US" sz="7200" dirty="0"/>
          </a:p>
        </p:txBody>
      </p:sp>
      <p:sp>
        <p:nvSpPr>
          <p:cNvPr id="9" name="Shape 7"/>
          <p:cNvSpPr/>
          <p:nvPr/>
        </p:nvSpPr>
        <p:spPr>
          <a:xfrm>
            <a:off x="8412480" y="3566160"/>
            <a:ext cx="2514600" cy="0"/>
          </a:xfrm>
          <a:prstGeom prst="line">
            <a:avLst/>
          </a:prstGeom>
          <a:noFill/>
          <a:ln w="25400">
            <a:solidFill>
              <a:srgbClr val="C9D2E0"/>
            </a:solidFill>
            <a:prstDash val="solid"/>
          </a:ln>
        </p:spPr>
      </p:sp>
      <p:sp>
        <p:nvSpPr>
          <p:cNvPr id="10" name="Text 8"/>
          <p:cNvSpPr/>
          <p:nvPr/>
        </p:nvSpPr>
        <p:spPr>
          <a:xfrm>
            <a:off x="8001000" y="3749040"/>
            <a:ext cx="3337560" cy="274320"/>
          </a:xfrm>
          <a:prstGeom prst="rect">
            <a:avLst/>
          </a:prstGeom>
          <a:noFill/>
          <a:ln/>
        </p:spPr>
        <p:txBody>
          <a:bodyPr wrap="square" lIns="0" tIns="0" rIns="0" bIns="0" rtlCol="0" anchor="ctr"/>
          <a:lstStyle/>
          <a:p>
            <a:pPr algn="ctr" indent="0" marL="0">
              <a:buNone/>
            </a:pPr>
            <a:r>
              <a:rPr lang="en-US" sz="1300" b="1" spc="200" kern="0" dirty="0">
                <a:solidFill>
                  <a:srgbClr val="4A5B75"/>
                </a:solidFill>
                <a:latin typeface="Courier New" pitchFamily="34" charset="0"/>
                <a:ea typeface="Courier New" pitchFamily="34" charset="-122"/>
                <a:cs typeface="Courier New" pitchFamily="34" charset="-120"/>
              </a:rPr>
              <a:t>REPS YOUR BRAIN GOT</a:t>
            </a:r>
            <a:endParaRPr lang="en-US" sz="1300" dirty="0"/>
          </a:p>
        </p:txBody>
      </p:sp>
      <p:sp>
        <p:nvSpPr>
          <p:cNvPr id="11" name="Text 9"/>
          <p:cNvSpPr/>
          <p:nvPr/>
        </p:nvSpPr>
        <p:spPr>
          <a:xfrm>
            <a:off x="8001000" y="4023360"/>
            <a:ext cx="3337560" cy="914400"/>
          </a:xfrm>
          <a:prstGeom prst="rect">
            <a:avLst/>
          </a:prstGeom>
          <a:noFill/>
          <a:ln/>
        </p:spPr>
        <p:txBody>
          <a:bodyPr wrap="square" lIns="0" tIns="0" rIns="0" bIns="0" rtlCol="0" anchor="ctr"/>
          <a:lstStyle/>
          <a:p>
            <a:pPr algn="ctr" indent="0" marL="0">
              <a:buNone/>
            </a:pPr>
            <a:r>
              <a:rPr lang="en-US" sz="7200" b="1" dirty="0">
                <a:solidFill>
                  <a:srgbClr val="FF5C39"/>
                </a:solidFill>
                <a:latin typeface="Courier New" pitchFamily="34" charset="0"/>
                <a:ea typeface="Courier New" pitchFamily="34" charset="-122"/>
                <a:cs typeface="Courier New" pitchFamily="34" charset="-120"/>
              </a:rPr>
              <a:t>0</a:t>
            </a:r>
            <a:endParaRPr lang="en-US" sz="7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4A5B75"/>
                </a:solidFill>
                <a:latin typeface="Courier New" pitchFamily="34" charset="0"/>
                <a:ea typeface="Courier New" pitchFamily="34" charset="-122"/>
                <a:cs typeface="Courier New" pitchFamily="34" charset="-120"/>
              </a:rPr>
              <a:t>WHY WE CALL THEM PROBLEMS</a:t>
            </a:r>
            <a:endParaRPr lang="en-US" sz="1600" dirty="0"/>
          </a:p>
        </p:txBody>
      </p:sp>
      <p:sp>
        <p:nvSpPr>
          <p:cNvPr id="3" name="Text 1"/>
          <p:cNvSpPr/>
          <p:nvPr/>
        </p:nvSpPr>
        <p:spPr>
          <a:xfrm>
            <a:off x="822960" y="960120"/>
            <a:ext cx="10545775" cy="1828800"/>
          </a:xfrm>
          <a:prstGeom prst="rect">
            <a:avLst/>
          </a:prstGeom>
          <a:noFill/>
          <a:ln/>
        </p:spPr>
        <p:txBody>
          <a:bodyPr wrap="square" lIns="0" tIns="0" rIns="0" bIns="0" rtlCol="0" anchor="t"/>
          <a:lstStyle/>
          <a:p>
            <a:pPr algn="l" indent="0" marL="0">
              <a:lnSpc>
                <a:spcPts val="7200"/>
              </a:lnSpc>
              <a:buNone/>
            </a:pPr>
            <a:r>
              <a:rPr lang="en-US" sz="5200" b="1" spc="-150" kern="0" dirty="0">
                <a:solidFill>
                  <a:srgbClr val="0B1B33"/>
                </a:solidFill>
                <a:latin typeface="Arial" pitchFamily="34" charset="0"/>
                <a:ea typeface="Arial" pitchFamily="34" charset="-122"/>
                <a:cs typeface="Arial" pitchFamily="34" charset="-120"/>
              </a:rPr>
              <a:t>Why are they called</a:t>
            </a:r>
            <a:endParaRPr lang="en-US" sz="5200" dirty="0"/>
          </a:p>
          <a:p>
            <a:pPr algn="l" indent="0" marL="0">
              <a:lnSpc>
                <a:spcPts val="7200"/>
              </a:lnSpc>
              <a:buNone/>
            </a:pPr>
            <a:r>
              <a:rPr lang="en-US" sz="5200" b="1" spc="-150" kern="0" dirty="0">
                <a:solidFill>
                  <a:srgbClr val="0B1B33"/>
                </a:solidFill>
                <a:latin typeface="Arial" pitchFamily="34" charset="0"/>
                <a:ea typeface="Arial" pitchFamily="34" charset="-122"/>
                <a:cs typeface="Arial" pitchFamily="34" charset="-120"/>
              </a:rPr>
              <a:t>math problems?</a:t>
            </a:r>
            <a:endParaRPr lang="en-US" sz="5200" dirty="0"/>
          </a:p>
        </p:txBody>
      </p:sp>
      <p:sp>
        <p:nvSpPr>
          <p:cNvPr id="4" name="Shape 2"/>
          <p:cNvSpPr/>
          <p:nvPr/>
        </p:nvSpPr>
        <p:spPr>
          <a:xfrm>
            <a:off x="822960" y="3200400"/>
            <a:ext cx="1714134" cy="777240"/>
          </a:xfrm>
          <a:prstGeom prst="roundRect">
            <a:avLst>
              <a:gd name="adj" fmla="val 9412"/>
            </a:avLst>
          </a:prstGeom>
          <a:solidFill>
            <a:srgbClr val="EEF1F6"/>
          </a:solidFill>
          <a:ln w="12700">
            <a:solidFill>
              <a:srgbClr val="C9D2E0"/>
            </a:solidFill>
            <a:prstDash val="solid"/>
          </a:ln>
        </p:spPr>
      </p:sp>
      <p:sp>
        <p:nvSpPr>
          <p:cNvPr id="5" name="Text 3"/>
          <p:cNvSpPr/>
          <p:nvPr/>
        </p:nvSpPr>
        <p:spPr>
          <a:xfrm>
            <a:off x="822960" y="3200400"/>
            <a:ext cx="1714134" cy="777240"/>
          </a:xfrm>
          <a:prstGeom prst="rect">
            <a:avLst/>
          </a:prstGeom>
          <a:noFill/>
          <a:ln/>
        </p:spPr>
        <p:txBody>
          <a:bodyPr wrap="square" lIns="0" tIns="0" rIns="0" bIns="0" rtlCol="0" anchor="ctr"/>
          <a:lstStyle/>
          <a:p>
            <a:pPr algn="ctr" indent="0" marL="0">
              <a:buNone/>
            </a:pPr>
            <a:r>
              <a:rPr lang="en-US" sz="1900" b="1" spc="50" kern="0" dirty="0">
                <a:solidFill>
                  <a:srgbClr val="0B1B33"/>
                </a:solidFill>
                <a:latin typeface="Arial" pitchFamily="34" charset="0"/>
                <a:ea typeface="Arial" pitchFamily="34" charset="-122"/>
                <a:cs typeface="Arial" pitchFamily="34" charset="-120"/>
              </a:rPr>
              <a:t>NOTICE</a:t>
            </a:r>
            <a:endParaRPr lang="en-US" sz="1900" dirty="0"/>
          </a:p>
        </p:txBody>
      </p:sp>
      <p:sp>
        <p:nvSpPr>
          <p:cNvPr id="6" name="Text 4"/>
          <p:cNvSpPr/>
          <p:nvPr/>
        </p:nvSpPr>
        <p:spPr>
          <a:xfrm>
            <a:off x="2646822" y="3200400"/>
            <a:ext cx="274320" cy="777240"/>
          </a:xfrm>
          <a:prstGeom prst="rect">
            <a:avLst/>
          </a:prstGeom>
          <a:noFill/>
          <a:ln/>
        </p:spPr>
        <p:txBody>
          <a:bodyPr wrap="square" lIns="0" tIns="0" rIns="0" bIns="0" rtlCol="0" anchor="ctr"/>
          <a:lstStyle/>
          <a:p>
            <a:pPr algn="ctr" indent="0" marL="0">
              <a:buNone/>
            </a:pPr>
            <a:r>
              <a:rPr lang="en-US" sz="1900" b="1" dirty="0">
                <a:solidFill>
                  <a:srgbClr val="E8B84B"/>
                </a:solidFill>
                <a:latin typeface="Arial" pitchFamily="34" charset="0"/>
                <a:ea typeface="Arial" pitchFamily="34" charset="-122"/>
                <a:cs typeface="Arial" pitchFamily="34" charset="-120"/>
              </a:rPr>
              <a:t>→</a:t>
            </a:r>
            <a:endParaRPr lang="en-US" sz="1900" dirty="0"/>
          </a:p>
        </p:txBody>
      </p:sp>
      <p:sp>
        <p:nvSpPr>
          <p:cNvPr id="7" name="Shape 5"/>
          <p:cNvSpPr/>
          <p:nvPr/>
        </p:nvSpPr>
        <p:spPr>
          <a:xfrm>
            <a:off x="3030870" y="3200400"/>
            <a:ext cx="1714134" cy="777240"/>
          </a:xfrm>
          <a:prstGeom prst="roundRect">
            <a:avLst>
              <a:gd name="adj" fmla="val 9412"/>
            </a:avLst>
          </a:prstGeom>
          <a:solidFill>
            <a:srgbClr val="EEF1F6"/>
          </a:solidFill>
          <a:ln w="12700">
            <a:solidFill>
              <a:srgbClr val="C9D2E0"/>
            </a:solidFill>
            <a:prstDash val="solid"/>
          </a:ln>
        </p:spPr>
      </p:sp>
      <p:sp>
        <p:nvSpPr>
          <p:cNvPr id="8" name="Text 6"/>
          <p:cNvSpPr/>
          <p:nvPr/>
        </p:nvSpPr>
        <p:spPr>
          <a:xfrm>
            <a:off x="3030870" y="3200400"/>
            <a:ext cx="1714134" cy="777240"/>
          </a:xfrm>
          <a:prstGeom prst="rect">
            <a:avLst/>
          </a:prstGeom>
          <a:noFill/>
          <a:ln/>
        </p:spPr>
        <p:txBody>
          <a:bodyPr wrap="square" lIns="0" tIns="0" rIns="0" bIns="0" rtlCol="0" anchor="ctr"/>
          <a:lstStyle/>
          <a:p>
            <a:pPr algn="ctr" indent="0" marL="0">
              <a:buNone/>
            </a:pPr>
            <a:r>
              <a:rPr lang="en-US" sz="1900" b="1" spc="50" kern="0" dirty="0">
                <a:solidFill>
                  <a:srgbClr val="0B1B33"/>
                </a:solidFill>
                <a:latin typeface="Arial" pitchFamily="34" charset="0"/>
                <a:ea typeface="Arial" pitchFamily="34" charset="-122"/>
                <a:cs typeface="Arial" pitchFamily="34" charset="-120"/>
              </a:rPr>
              <a:t>CHOOSE</a:t>
            </a:r>
            <a:endParaRPr lang="en-US" sz="1900" dirty="0"/>
          </a:p>
        </p:txBody>
      </p:sp>
      <p:sp>
        <p:nvSpPr>
          <p:cNvPr id="9" name="Text 7"/>
          <p:cNvSpPr/>
          <p:nvPr/>
        </p:nvSpPr>
        <p:spPr>
          <a:xfrm>
            <a:off x="4854732" y="3200400"/>
            <a:ext cx="274320" cy="777240"/>
          </a:xfrm>
          <a:prstGeom prst="rect">
            <a:avLst/>
          </a:prstGeom>
          <a:noFill/>
          <a:ln/>
        </p:spPr>
        <p:txBody>
          <a:bodyPr wrap="square" lIns="0" tIns="0" rIns="0" bIns="0" rtlCol="0" anchor="ctr"/>
          <a:lstStyle/>
          <a:p>
            <a:pPr algn="ctr" indent="0" marL="0">
              <a:buNone/>
            </a:pPr>
            <a:r>
              <a:rPr lang="en-US" sz="1900" b="1" dirty="0">
                <a:solidFill>
                  <a:srgbClr val="E8B84B"/>
                </a:solidFill>
                <a:latin typeface="Arial" pitchFamily="34" charset="0"/>
                <a:ea typeface="Arial" pitchFamily="34" charset="-122"/>
                <a:cs typeface="Arial" pitchFamily="34" charset="-120"/>
              </a:rPr>
              <a:t>→</a:t>
            </a:r>
            <a:endParaRPr lang="en-US" sz="1900" dirty="0"/>
          </a:p>
        </p:txBody>
      </p:sp>
      <p:sp>
        <p:nvSpPr>
          <p:cNvPr id="10" name="Shape 8"/>
          <p:cNvSpPr/>
          <p:nvPr/>
        </p:nvSpPr>
        <p:spPr>
          <a:xfrm>
            <a:off x="5238780" y="3200400"/>
            <a:ext cx="1714134" cy="777240"/>
          </a:xfrm>
          <a:prstGeom prst="roundRect">
            <a:avLst>
              <a:gd name="adj" fmla="val 9412"/>
            </a:avLst>
          </a:prstGeom>
          <a:solidFill>
            <a:srgbClr val="EEF1F6"/>
          </a:solidFill>
          <a:ln w="12700">
            <a:solidFill>
              <a:srgbClr val="C9D2E0"/>
            </a:solidFill>
            <a:prstDash val="solid"/>
          </a:ln>
        </p:spPr>
      </p:sp>
      <p:sp>
        <p:nvSpPr>
          <p:cNvPr id="11" name="Text 9"/>
          <p:cNvSpPr/>
          <p:nvPr/>
        </p:nvSpPr>
        <p:spPr>
          <a:xfrm>
            <a:off x="5238780" y="3200400"/>
            <a:ext cx="1714134" cy="777240"/>
          </a:xfrm>
          <a:prstGeom prst="rect">
            <a:avLst/>
          </a:prstGeom>
          <a:noFill/>
          <a:ln/>
        </p:spPr>
        <p:txBody>
          <a:bodyPr wrap="square" lIns="0" tIns="0" rIns="0" bIns="0" rtlCol="0" anchor="ctr"/>
          <a:lstStyle/>
          <a:p>
            <a:pPr algn="ctr" indent="0" marL="0">
              <a:buNone/>
            </a:pPr>
            <a:r>
              <a:rPr lang="en-US" sz="1900" b="1" spc="50" kern="0" dirty="0">
                <a:solidFill>
                  <a:srgbClr val="0B1B33"/>
                </a:solidFill>
                <a:latin typeface="Arial" pitchFamily="34" charset="0"/>
                <a:ea typeface="Arial" pitchFamily="34" charset="-122"/>
                <a:cs typeface="Arial" pitchFamily="34" charset="-120"/>
              </a:rPr>
              <a:t>TRY</a:t>
            </a:r>
            <a:endParaRPr lang="en-US" sz="1900" dirty="0"/>
          </a:p>
        </p:txBody>
      </p:sp>
      <p:sp>
        <p:nvSpPr>
          <p:cNvPr id="12" name="Text 10"/>
          <p:cNvSpPr/>
          <p:nvPr/>
        </p:nvSpPr>
        <p:spPr>
          <a:xfrm>
            <a:off x="7062643" y="3200400"/>
            <a:ext cx="274320" cy="777240"/>
          </a:xfrm>
          <a:prstGeom prst="rect">
            <a:avLst/>
          </a:prstGeom>
          <a:noFill/>
          <a:ln/>
        </p:spPr>
        <p:txBody>
          <a:bodyPr wrap="square" lIns="0" tIns="0" rIns="0" bIns="0" rtlCol="0" anchor="ctr"/>
          <a:lstStyle/>
          <a:p>
            <a:pPr algn="ctr" indent="0" marL="0">
              <a:buNone/>
            </a:pPr>
            <a:r>
              <a:rPr lang="en-US" sz="1900" b="1" dirty="0">
                <a:solidFill>
                  <a:srgbClr val="E8B84B"/>
                </a:solidFill>
                <a:latin typeface="Arial" pitchFamily="34" charset="0"/>
                <a:ea typeface="Arial" pitchFamily="34" charset="-122"/>
                <a:cs typeface="Arial" pitchFamily="34" charset="-120"/>
              </a:rPr>
              <a:t>→</a:t>
            </a:r>
            <a:endParaRPr lang="en-US" sz="1900" dirty="0"/>
          </a:p>
        </p:txBody>
      </p:sp>
      <p:sp>
        <p:nvSpPr>
          <p:cNvPr id="13" name="Shape 11"/>
          <p:cNvSpPr/>
          <p:nvPr/>
        </p:nvSpPr>
        <p:spPr>
          <a:xfrm>
            <a:off x="7446691" y="3200400"/>
            <a:ext cx="1714134" cy="777240"/>
          </a:xfrm>
          <a:prstGeom prst="roundRect">
            <a:avLst>
              <a:gd name="adj" fmla="val 9412"/>
            </a:avLst>
          </a:prstGeom>
          <a:solidFill>
            <a:srgbClr val="EEF1F6"/>
          </a:solidFill>
          <a:ln w="12700">
            <a:solidFill>
              <a:srgbClr val="C9D2E0"/>
            </a:solidFill>
            <a:prstDash val="solid"/>
          </a:ln>
        </p:spPr>
      </p:sp>
      <p:sp>
        <p:nvSpPr>
          <p:cNvPr id="14" name="Text 12"/>
          <p:cNvSpPr/>
          <p:nvPr/>
        </p:nvSpPr>
        <p:spPr>
          <a:xfrm>
            <a:off x="7446691" y="3200400"/>
            <a:ext cx="1714134" cy="777240"/>
          </a:xfrm>
          <a:prstGeom prst="rect">
            <a:avLst/>
          </a:prstGeom>
          <a:noFill/>
          <a:ln/>
        </p:spPr>
        <p:txBody>
          <a:bodyPr wrap="square" lIns="0" tIns="0" rIns="0" bIns="0" rtlCol="0" anchor="ctr"/>
          <a:lstStyle/>
          <a:p>
            <a:pPr algn="ctr" indent="0" marL="0">
              <a:buNone/>
            </a:pPr>
            <a:r>
              <a:rPr lang="en-US" sz="1900" b="1" spc="50" kern="0" dirty="0">
                <a:solidFill>
                  <a:srgbClr val="0B1B33"/>
                </a:solidFill>
                <a:latin typeface="Arial" pitchFamily="34" charset="0"/>
                <a:ea typeface="Arial" pitchFamily="34" charset="-122"/>
                <a:cs typeface="Arial" pitchFamily="34" charset="-120"/>
              </a:rPr>
              <a:t>CHECK</a:t>
            </a:r>
            <a:endParaRPr lang="en-US" sz="1900" dirty="0"/>
          </a:p>
        </p:txBody>
      </p:sp>
      <p:sp>
        <p:nvSpPr>
          <p:cNvPr id="15" name="Text 13"/>
          <p:cNvSpPr/>
          <p:nvPr/>
        </p:nvSpPr>
        <p:spPr>
          <a:xfrm>
            <a:off x="9270553" y="3200400"/>
            <a:ext cx="274320" cy="777240"/>
          </a:xfrm>
          <a:prstGeom prst="rect">
            <a:avLst/>
          </a:prstGeom>
          <a:noFill/>
          <a:ln/>
        </p:spPr>
        <p:txBody>
          <a:bodyPr wrap="square" lIns="0" tIns="0" rIns="0" bIns="0" rtlCol="0" anchor="ctr"/>
          <a:lstStyle/>
          <a:p>
            <a:pPr algn="ctr" indent="0" marL="0">
              <a:buNone/>
            </a:pPr>
            <a:r>
              <a:rPr lang="en-US" sz="1900" b="1" dirty="0">
                <a:solidFill>
                  <a:srgbClr val="E8B84B"/>
                </a:solidFill>
                <a:latin typeface="Arial" pitchFamily="34" charset="0"/>
                <a:ea typeface="Arial" pitchFamily="34" charset="-122"/>
                <a:cs typeface="Arial" pitchFamily="34" charset="-120"/>
              </a:rPr>
              <a:t>→</a:t>
            </a:r>
            <a:endParaRPr lang="en-US" sz="1900" dirty="0"/>
          </a:p>
        </p:txBody>
      </p:sp>
      <p:sp>
        <p:nvSpPr>
          <p:cNvPr id="16" name="Shape 14"/>
          <p:cNvSpPr/>
          <p:nvPr/>
        </p:nvSpPr>
        <p:spPr>
          <a:xfrm>
            <a:off x="9654601" y="3200400"/>
            <a:ext cx="1714134" cy="777240"/>
          </a:xfrm>
          <a:prstGeom prst="roundRect">
            <a:avLst>
              <a:gd name="adj" fmla="val 9412"/>
            </a:avLst>
          </a:prstGeom>
          <a:solidFill>
            <a:srgbClr val="EEF1F6"/>
          </a:solidFill>
          <a:ln w="12700">
            <a:solidFill>
              <a:srgbClr val="C9D2E0"/>
            </a:solidFill>
            <a:prstDash val="solid"/>
          </a:ln>
        </p:spPr>
      </p:sp>
      <p:sp>
        <p:nvSpPr>
          <p:cNvPr id="17" name="Text 15"/>
          <p:cNvSpPr/>
          <p:nvPr/>
        </p:nvSpPr>
        <p:spPr>
          <a:xfrm>
            <a:off x="9654601" y="3200400"/>
            <a:ext cx="1714134" cy="777240"/>
          </a:xfrm>
          <a:prstGeom prst="rect">
            <a:avLst/>
          </a:prstGeom>
          <a:noFill/>
          <a:ln/>
        </p:spPr>
        <p:txBody>
          <a:bodyPr wrap="square" lIns="0" tIns="0" rIns="0" bIns="0" rtlCol="0" anchor="ctr"/>
          <a:lstStyle/>
          <a:p>
            <a:pPr algn="ctr" indent="0" marL="0">
              <a:buNone/>
            </a:pPr>
            <a:r>
              <a:rPr lang="en-US" sz="1900" b="1" spc="50" kern="0" dirty="0">
                <a:solidFill>
                  <a:srgbClr val="0B1B33"/>
                </a:solidFill>
                <a:latin typeface="Arial" pitchFamily="34" charset="0"/>
                <a:ea typeface="Arial" pitchFamily="34" charset="-122"/>
                <a:cs typeface="Arial" pitchFamily="34" charset="-120"/>
              </a:rPr>
              <a:t>ADJUST</a:t>
            </a:r>
            <a:endParaRPr lang="en-US" sz="1900" dirty="0"/>
          </a:p>
        </p:txBody>
      </p:sp>
      <p:sp>
        <p:nvSpPr>
          <p:cNvPr id="18" name="Text 16"/>
          <p:cNvSpPr/>
          <p:nvPr/>
        </p:nvSpPr>
        <p:spPr>
          <a:xfrm>
            <a:off x="822960" y="4343400"/>
            <a:ext cx="9326880" cy="640080"/>
          </a:xfrm>
          <a:prstGeom prst="rect">
            <a:avLst/>
          </a:prstGeom>
          <a:noFill/>
          <a:ln/>
        </p:spPr>
        <p:txBody>
          <a:bodyPr wrap="square" lIns="0" tIns="0" rIns="0" bIns="0" rtlCol="0" anchor="ctr"/>
          <a:lstStyle/>
          <a:p>
            <a:pPr algn="l" indent="0" marL="0">
              <a:lnSpc>
                <a:spcPts val="3800"/>
              </a:lnSpc>
              <a:buNone/>
            </a:pPr>
            <a:r>
              <a:rPr lang="en-US" sz="3000" b="1" dirty="0">
                <a:solidFill>
                  <a:srgbClr val="0B1B33"/>
                </a:solidFill>
                <a:latin typeface="Arial" pitchFamily="34" charset="0"/>
                <a:ea typeface="Arial" pitchFamily="34" charset="-122"/>
                <a:cs typeface="Arial" pitchFamily="34" charset="-120"/>
              </a:rPr>
              <a:t>A problem is not a disaster. It is a situation where the answer is not obvious yet.</a:t>
            </a:r>
            <a:endParaRPr lang="en-US" sz="3000" dirty="0"/>
          </a:p>
        </p:txBody>
      </p:sp>
      <p:sp>
        <p:nvSpPr>
          <p:cNvPr id="19" name="Text 17"/>
          <p:cNvSpPr/>
          <p:nvPr/>
        </p:nvSpPr>
        <p:spPr>
          <a:xfrm>
            <a:off x="822960" y="5166360"/>
            <a:ext cx="9326880" cy="548640"/>
          </a:xfrm>
          <a:prstGeom prst="rect">
            <a:avLst/>
          </a:prstGeom>
          <a:noFill/>
          <a:ln/>
        </p:spPr>
        <p:txBody>
          <a:bodyPr wrap="square" lIns="0" tIns="0" rIns="0" bIns="0" rtlCol="0" anchor="ctr"/>
          <a:lstStyle/>
          <a:p>
            <a:pPr algn="l" indent="0" marL="0">
              <a:buNone/>
            </a:pPr>
            <a:r>
              <a:rPr lang="en-US" sz="2100" dirty="0">
                <a:solidFill>
                  <a:srgbClr val="4A5B75"/>
                </a:solidFill>
                <a:latin typeface="Calibri" pitchFamily="34" charset="0"/>
                <a:ea typeface="Calibri" pitchFamily="34" charset="-122"/>
                <a:cs typeface="Calibri" pitchFamily="34" charset="-120"/>
              </a:rPr>
              <a:t>School. Sports. Games. Jobs. People. Same five moves.</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4A5B75"/>
                </a:solidFill>
                <a:latin typeface="Courier New" pitchFamily="34" charset="0"/>
                <a:ea typeface="Courier New" pitchFamily="34" charset="-122"/>
                <a:cs typeface="Courier New" pitchFamily="34" charset="-120"/>
              </a:rPr>
              <a:t>YOUR MATHEMATICAL TOOL BELT</a:t>
            </a:r>
            <a:endParaRPr lang="en-US" sz="1600" dirty="0"/>
          </a:p>
        </p:txBody>
      </p:sp>
      <p:sp>
        <p:nvSpPr>
          <p:cNvPr id="3" name="Text 1"/>
          <p:cNvSpPr/>
          <p:nvPr/>
        </p:nvSpPr>
        <p:spPr>
          <a:xfrm>
            <a:off x="822960" y="914400"/>
            <a:ext cx="10545775" cy="1554480"/>
          </a:xfrm>
          <a:prstGeom prst="rect">
            <a:avLst/>
          </a:prstGeom>
          <a:noFill/>
          <a:ln/>
        </p:spPr>
        <p:txBody>
          <a:bodyPr wrap="square" lIns="0" tIns="0" rIns="0" bIns="0" rtlCol="0" anchor="t"/>
          <a:lstStyle/>
          <a:p>
            <a:pPr algn="l" indent="0" marL="0">
              <a:lnSpc>
                <a:spcPts val="5400"/>
              </a:lnSpc>
              <a:buNone/>
            </a:pPr>
            <a:r>
              <a:rPr lang="en-US" sz="4600" b="1" spc="-100" kern="0" dirty="0">
                <a:solidFill>
                  <a:srgbClr val="0B1B33"/>
                </a:solidFill>
                <a:latin typeface="Arial" pitchFamily="34" charset="0"/>
                <a:ea typeface="Arial" pitchFamily="34" charset="-122"/>
                <a:cs typeface="Arial" pitchFamily="34" charset="-120"/>
              </a:rPr>
              <a:t>You do not need every answer.</a:t>
            </a:r>
            <a:endParaRPr lang="en-US" sz="4600" dirty="0"/>
          </a:p>
          <a:p>
            <a:pPr algn="l" indent="0" marL="0">
              <a:lnSpc>
                <a:spcPts val="5400"/>
              </a:lnSpc>
              <a:buNone/>
            </a:pPr>
            <a:r>
              <a:rPr lang="en-US" sz="4600" b="1" spc="-100" kern="0" dirty="0">
                <a:solidFill>
                  <a:srgbClr val="0B1B33"/>
                </a:solidFill>
                <a:latin typeface="Arial" pitchFamily="34" charset="0"/>
                <a:ea typeface="Arial" pitchFamily="34" charset="-122"/>
                <a:cs typeface="Arial" pitchFamily="34" charset="-120"/>
              </a:rPr>
              <a:t>You need tools.</a:t>
            </a:r>
            <a:endParaRPr lang="en-US" sz="4600" dirty="0"/>
          </a:p>
        </p:txBody>
      </p:sp>
      <p:sp>
        <p:nvSpPr>
          <p:cNvPr id="4" name="Shape 2"/>
          <p:cNvSpPr/>
          <p:nvPr/>
        </p:nvSpPr>
        <p:spPr>
          <a:xfrm>
            <a:off x="822960" y="2788920"/>
            <a:ext cx="10545775" cy="384048"/>
          </a:xfrm>
          <a:prstGeom prst="rect">
            <a:avLst/>
          </a:prstGeom>
          <a:solidFill>
            <a:srgbClr val="0B1B33"/>
          </a:solidFill>
          <a:ln w="12700">
            <a:solidFill>
              <a:srgbClr val="0B1B33"/>
            </a:solidFill>
            <a:prstDash val="solid"/>
          </a:ln>
        </p:spPr>
      </p:sp>
      <p:sp>
        <p:nvSpPr>
          <p:cNvPr id="5" name="Shape 3"/>
          <p:cNvSpPr/>
          <p:nvPr/>
        </p:nvSpPr>
        <p:spPr>
          <a:xfrm>
            <a:off x="5715000" y="2651760"/>
            <a:ext cx="777240" cy="658368"/>
          </a:xfrm>
          <a:prstGeom prst="rect">
            <a:avLst/>
          </a:prstGeom>
          <a:solidFill>
            <a:srgbClr val="E8B84B"/>
          </a:solidFill>
          <a:ln w="38100">
            <a:solidFill>
              <a:srgbClr val="0B1B33"/>
            </a:solidFill>
            <a:prstDash val="solid"/>
          </a:ln>
        </p:spPr>
      </p:sp>
      <p:sp>
        <p:nvSpPr>
          <p:cNvPr id="6" name="Shape 4"/>
          <p:cNvSpPr/>
          <p:nvPr/>
        </p:nvSpPr>
        <p:spPr>
          <a:xfrm>
            <a:off x="2058886" y="3172968"/>
            <a:ext cx="0" cy="347472"/>
          </a:xfrm>
          <a:prstGeom prst="line">
            <a:avLst/>
          </a:prstGeom>
          <a:noFill/>
          <a:ln w="38100">
            <a:solidFill>
              <a:srgbClr val="0B1B33"/>
            </a:solidFill>
            <a:prstDash val="solid"/>
          </a:ln>
        </p:spPr>
      </p:sp>
      <p:sp>
        <p:nvSpPr>
          <p:cNvPr id="7" name="Shape 5"/>
          <p:cNvSpPr/>
          <p:nvPr/>
        </p:nvSpPr>
        <p:spPr>
          <a:xfrm>
            <a:off x="822960" y="3520440"/>
            <a:ext cx="2471852" cy="1234440"/>
          </a:xfrm>
          <a:prstGeom prst="roundRect">
            <a:avLst>
              <a:gd name="adj" fmla="val 8889"/>
            </a:avLst>
          </a:prstGeom>
          <a:solidFill>
            <a:srgbClr val="EEF1F6"/>
          </a:solidFill>
          <a:ln w="25400">
            <a:solidFill>
              <a:srgbClr val="0B1B33"/>
            </a:solidFill>
            <a:prstDash val="solid"/>
          </a:ln>
        </p:spPr>
      </p:sp>
      <p:sp>
        <p:nvSpPr>
          <p:cNvPr id="8" name="Text 6"/>
          <p:cNvSpPr/>
          <p:nvPr/>
        </p:nvSpPr>
        <p:spPr>
          <a:xfrm>
            <a:off x="960120" y="3520440"/>
            <a:ext cx="2197532" cy="1234440"/>
          </a:xfrm>
          <a:prstGeom prst="rect">
            <a:avLst/>
          </a:prstGeom>
          <a:noFill/>
          <a:ln/>
        </p:spPr>
        <p:txBody>
          <a:bodyPr wrap="square" lIns="0" tIns="0" rIns="0" bIns="0" rtlCol="0" anchor="ctr"/>
          <a:lstStyle/>
          <a:p>
            <a:pPr algn="ctr" indent="0" marL="0">
              <a:lnSpc>
                <a:spcPts val="2400"/>
              </a:lnSpc>
              <a:buNone/>
            </a:pPr>
            <a:r>
              <a:rPr lang="en-US" sz="1900" b="1" dirty="0">
                <a:solidFill>
                  <a:srgbClr val="0B1B33"/>
                </a:solidFill>
                <a:latin typeface="Arial" pitchFamily="34" charset="0"/>
                <a:ea typeface="Arial" pitchFamily="34" charset="-122"/>
                <a:cs typeface="Arial" pitchFamily="34" charset="-120"/>
              </a:rPr>
              <a:t>Draw a picture</a:t>
            </a:r>
            <a:endParaRPr lang="en-US" sz="1900" dirty="0"/>
          </a:p>
        </p:txBody>
      </p:sp>
      <p:sp>
        <p:nvSpPr>
          <p:cNvPr id="9" name="Shape 7"/>
          <p:cNvSpPr/>
          <p:nvPr/>
        </p:nvSpPr>
        <p:spPr>
          <a:xfrm>
            <a:off x="4750194" y="3172968"/>
            <a:ext cx="0" cy="347472"/>
          </a:xfrm>
          <a:prstGeom prst="line">
            <a:avLst/>
          </a:prstGeom>
          <a:noFill/>
          <a:ln w="38100">
            <a:solidFill>
              <a:srgbClr val="0B1B33"/>
            </a:solidFill>
            <a:prstDash val="solid"/>
          </a:ln>
        </p:spPr>
      </p:sp>
      <p:sp>
        <p:nvSpPr>
          <p:cNvPr id="10" name="Shape 8"/>
          <p:cNvSpPr/>
          <p:nvPr/>
        </p:nvSpPr>
        <p:spPr>
          <a:xfrm>
            <a:off x="3514268" y="3520440"/>
            <a:ext cx="2471852" cy="1234440"/>
          </a:xfrm>
          <a:prstGeom prst="roundRect">
            <a:avLst>
              <a:gd name="adj" fmla="val 8889"/>
            </a:avLst>
          </a:prstGeom>
          <a:solidFill>
            <a:srgbClr val="EEF1F6"/>
          </a:solidFill>
          <a:ln w="25400">
            <a:solidFill>
              <a:srgbClr val="0B1B33"/>
            </a:solidFill>
            <a:prstDash val="solid"/>
          </a:ln>
        </p:spPr>
      </p:sp>
      <p:sp>
        <p:nvSpPr>
          <p:cNvPr id="11" name="Text 9"/>
          <p:cNvSpPr/>
          <p:nvPr/>
        </p:nvSpPr>
        <p:spPr>
          <a:xfrm>
            <a:off x="3651428" y="3520440"/>
            <a:ext cx="2197532" cy="1234440"/>
          </a:xfrm>
          <a:prstGeom prst="rect">
            <a:avLst/>
          </a:prstGeom>
          <a:noFill/>
          <a:ln/>
        </p:spPr>
        <p:txBody>
          <a:bodyPr wrap="square" lIns="0" tIns="0" rIns="0" bIns="0" rtlCol="0" anchor="ctr"/>
          <a:lstStyle/>
          <a:p>
            <a:pPr algn="ctr" indent="0" marL="0">
              <a:lnSpc>
                <a:spcPts val="2400"/>
              </a:lnSpc>
              <a:buNone/>
            </a:pPr>
            <a:r>
              <a:rPr lang="en-US" sz="1900" b="1" dirty="0">
                <a:solidFill>
                  <a:srgbClr val="0B1B33"/>
                </a:solidFill>
                <a:latin typeface="Arial" pitchFamily="34" charset="0"/>
                <a:ea typeface="Arial" pitchFamily="34" charset="-122"/>
                <a:cs typeface="Arial" pitchFamily="34" charset="-120"/>
              </a:rPr>
              <a:t>Make a table</a:t>
            </a:r>
            <a:endParaRPr lang="en-US" sz="1900" dirty="0"/>
          </a:p>
        </p:txBody>
      </p:sp>
      <p:sp>
        <p:nvSpPr>
          <p:cNvPr id="12" name="Shape 10"/>
          <p:cNvSpPr/>
          <p:nvPr/>
        </p:nvSpPr>
        <p:spPr>
          <a:xfrm>
            <a:off x="7441502" y="3172968"/>
            <a:ext cx="0" cy="347472"/>
          </a:xfrm>
          <a:prstGeom prst="line">
            <a:avLst/>
          </a:prstGeom>
          <a:noFill/>
          <a:ln w="38100">
            <a:solidFill>
              <a:srgbClr val="0B1B33"/>
            </a:solidFill>
            <a:prstDash val="solid"/>
          </a:ln>
        </p:spPr>
      </p:sp>
      <p:sp>
        <p:nvSpPr>
          <p:cNvPr id="13" name="Shape 11"/>
          <p:cNvSpPr/>
          <p:nvPr/>
        </p:nvSpPr>
        <p:spPr>
          <a:xfrm>
            <a:off x="6205576" y="3520440"/>
            <a:ext cx="2471852" cy="1234440"/>
          </a:xfrm>
          <a:prstGeom prst="roundRect">
            <a:avLst>
              <a:gd name="adj" fmla="val 8889"/>
            </a:avLst>
          </a:prstGeom>
          <a:solidFill>
            <a:srgbClr val="EEF1F6"/>
          </a:solidFill>
          <a:ln w="25400">
            <a:solidFill>
              <a:srgbClr val="0B1B33"/>
            </a:solidFill>
            <a:prstDash val="solid"/>
          </a:ln>
        </p:spPr>
      </p:sp>
      <p:sp>
        <p:nvSpPr>
          <p:cNvPr id="14" name="Text 12"/>
          <p:cNvSpPr/>
          <p:nvPr/>
        </p:nvSpPr>
        <p:spPr>
          <a:xfrm>
            <a:off x="6342736" y="3520440"/>
            <a:ext cx="2197532" cy="1234440"/>
          </a:xfrm>
          <a:prstGeom prst="rect">
            <a:avLst/>
          </a:prstGeom>
          <a:noFill/>
          <a:ln/>
        </p:spPr>
        <p:txBody>
          <a:bodyPr wrap="square" lIns="0" tIns="0" rIns="0" bIns="0" rtlCol="0" anchor="ctr"/>
          <a:lstStyle/>
          <a:p>
            <a:pPr algn="ctr" indent="0" marL="0">
              <a:lnSpc>
                <a:spcPts val="2400"/>
              </a:lnSpc>
              <a:buNone/>
            </a:pPr>
            <a:r>
              <a:rPr lang="en-US" sz="1900" b="1" dirty="0">
                <a:solidFill>
                  <a:srgbClr val="0B1B33"/>
                </a:solidFill>
                <a:latin typeface="Arial" pitchFamily="34" charset="0"/>
                <a:ea typeface="Arial" pitchFamily="34" charset="-122"/>
                <a:cs typeface="Arial" pitchFamily="34" charset="-120"/>
              </a:rPr>
              <a:t>Use a number line</a:t>
            </a:r>
            <a:endParaRPr lang="en-US" sz="1900" dirty="0"/>
          </a:p>
        </p:txBody>
      </p:sp>
      <p:sp>
        <p:nvSpPr>
          <p:cNvPr id="15" name="Shape 13"/>
          <p:cNvSpPr/>
          <p:nvPr/>
        </p:nvSpPr>
        <p:spPr>
          <a:xfrm>
            <a:off x="10132809" y="3172968"/>
            <a:ext cx="0" cy="347472"/>
          </a:xfrm>
          <a:prstGeom prst="line">
            <a:avLst/>
          </a:prstGeom>
          <a:noFill/>
          <a:ln w="38100">
            <a:solidFill>
              <a:srgbClr val="0B1B33"/>
            </a:solidFill>
            <a:prstDash val="solid"/>
          </a:ln>
        </p:spPr>
      </p:sp>
      <p:sp>
        <p:nvSpPr>
          <p:cNvPr id="16" name="Shape 14"/>
          <p:cNvSpPr/>
          <p:nvPr/>
        </p:nvSpPr>
        <p:spPr>
          <a:xfrm>
            <a:off x="8896883" y="3520440"/>
            <a:ext cx="2471852" cy="1234440"/>
          </a:xfrm>
          <a:prstGeom prst="roundRect">
            <a:avLst>
              <a:gd name="adj" fmla="val 8889"/>
            </a:avLst>
          </a:prstGeom>
          <a:solidFill>
            <a:srgbClr val="EEF1F6"/>
          </a:solidFill>
          <a:ln w="25400">
            <a:solidFill>
              <a:srgbClr val="0B1B33"/>
            </a:solidFill>
            <a:prstDash val="solid"/>
          </a:ln>
        </p:spPr>
      </p:sp>
      <p:sp>
        <p:nvSpPr>
          <p:cNvPr id="17" name="Text 15"/>
          <p:cNvSpPr/>
          <p:nvPr/>
        </p:nvSpPr>
        <p:spPr>
          <a:xfrm>
            <a:off x="9034043" y="3520440"/>
            <a:ext cx="2197532" cy="1234440"/>
          </a:xfrm>
          <a:prstGeom prst="rect">
            <a:avLst/>
          </a:prstGeom>
          <a:noFill/>
          <a:ln/>
        </p:spPr>
        <p:txBody>
          <a:bodyPr wrap="square" lIns="0" tIns="0" rIns="0" bIns="0" rtlCol="0" anchor="ctr"/>
          <a:lstStyle/>
          <a:p>
            <a:pPr algn="ctr" indent="0" marL="0">
              <a:lnSpc>
                <a:spcPts val="2400"/>
              </a:lnSpc>
              <a:buNone/>
            </a:pPr>
            <a:r>
              <a:rPr lang="en-US" sz="1900" b="1" dirty="0">
                <a:solidFill>
                  <a:srgbClr val="0B1B33"/>
                </a:solidFill>
                <a:latin typeface="Arial" pitchFamily="34" charset="0"/>
                <a:ea typeface="Arial" pitchFamily="34" charset="-122"/>
                <a:cs typeface="Arial" pitchFamily="34" charset="-120"/>
              </a:rPr>
              <a:t>Break it apart</a:t>
            </a:r>
            <a:endParaRPr lang="en-US" sz="1900" dirty="0"/>
          </a:p>
        </p:txBody>
      </p:sp>
      <p:sp>
        <p:nvSpPr>
          <p:cNvPr id="18" name="Shape 16"/>
          <p:cNvSpPr/>
          <p:nvPr/>
        </p:nvSpPr>
        <p:spPr>
          <a:xfrm>
            <a:off x="822960" y="5029200"/>
            <a:ext cx="2471852" cy="1234440"/>
          </a:xfrm>
          <a:prstGeom prst="roundRect">
            <a:avLst>
              <a:gd name="adj" fmla="val 8889"/>
            </a:avLst>
          </a:prstGeom>
          <a:solidFill>
            <a:srgbClr val="EEF1F6"/>
          </a:solidFill>
          <a:ln w="25400">
            <a:solidFill>
              <a:srgbClr val="0B1B33"/>
            </a:solidFill>
            <a:prstDash val="solid"/>
          </a:ln>
        </p:spPr>
      </p:sp>
      <p:sp>
        <p:nvSpPr>
          <p:cNvPr id="19" name="Text 17"/>
          <p:cNvSpPr/>
          <p:nvPr/>
        </p:nvSpPr>
        <p:spPr>
          <a:xfrm>
            <a:off x="960120" y="5029200"/>
            <a:ext cx="2197532" cy="1234440"/>
          </a:xfrm>
          <a:prstGeom prst="rect">
            <a:avLst/>
          </a:prstGeom>
          <a:noFill/>
          <a:ln/>
        </p:spPr>
        <p:txBody>
          <a:bodyPr wrap="square" lIns="0" tIns="0" rIns="0" bIns="0" rtlCol="0" anchor="ctr"/>
          <a:lstStyle/>
          <a:p>
            <a:pPr algn="ctr" indent="0" marL="0">
              <a:lnSpc>
                <a:spcPts val="2400"/>
              </a:lnSpc>
              <a:buNone/>
            </a:pPr>
            <a:r>
              <a:rPr lang="en-US" sz="1900" b="1" dirty="0">
                <a:solidFill>
                  <a:srgbClr val="0B1B33"/>
                </a:solidFill>
                <a:latin typeface="Arial" pitchFamily="34" charset="0"/>
                <a:ea typeface="Arial" pitchFamily="34" charset="-122"/>
                <a:cs typeface="Arial" pitchFamily="34" charset="-120"/>
              </a:rPr>
              <a:t>Estimate</a:t>
            </a:r>
            <a:endParaRPr lang="en-US" sz="1900" dirty="0"/>
          </a:p>
        </p:txBody>
      </p:sp>
      <p:sp>
        <p:nvSpPr>
          <p:cNvPr id="20" name="Shape 18"/>
          <p:cNvSpPr/>
          <p:nvPr/>
        </p:nvSpPr>
        <p:spPr>
          <a:xfrm>
            <a:off x="3514268" y="5029200"/>
            <a:ext cx="2471852" cy="1234440"/>
          </a:xfrm>
          <a:prstGeom prst="roundRect">
            <a:avLst>
              <a:gd name="adj" fmla="val 8889"/>
            </a:avLst>
          </a:prstGeom>
          <a:solidFill>
            <a:srgbClr val="EEF1F6"/>
          </a:solidFill>
          <a:ln w="25400">
            <a:solidFill>
              <a:srgbClr val="0B1B33"/>
            </a:solidFill>
            <a:prstDash val="solid"/>
          </a:ln>
        </p:spPr>
      </p:sp>
      <p:sp>
        <p:nvSpPr>
          <p:cNvPr id="21" name="Text 19"/>
          <p:cNvSpPr/>
          <p:nvPr/>
        </p:nvSpPr>
        <p:spPr>
          <a:xfrm>
            <a:off x="3651428" y="5029200"/>
            <a:ext cx="2197532" cy="1234440"/>
          </a:xfrm>
          <a:prstGeom prst="rect">
            <a:avLst/>
          </a:prstGeom>
          <a:noFill/>
          <a:ln/>
        </p:spPr>
        <p:txBody>
          <a:bodyPr wrap="square" lIns="0" tIns="0" rIns="0" bIns="0" rtlCol="0" anchor="ctr"/>
          <a:lstStyle/>
          <a:p>
            <a:pPr algn="ctr" indent="0" marL="0">
              <a:lnSpc>
                <a:spcPts val="2400"/>
              </a:lnSpc>
              <a:buNone/>
            </a:pPr>
            <a:r>
              <a:rPr lang="en-US" sz="1900" b="1" dirty="0">
                <a:solidFill>
                  <a:srgbClr val="0B1B33"/>
                </a:solidFill>
                <a:latin typeface="Arial" pitchFamily="34" charset="0"/>
                <a:ea typeface="Arial" pitchFamily="34" charset="-122"/>
                <a:cs typeface="Arial" pitchFamily="34" charset="-120"/>
              </a:rPr>
              <a:t>Look for a pattern</a:t>
            </a:r>
            <a:endParaRPr lang="en-US" sz="1900" dirty="0"/>
          </a:p>
        </p:txBody>
      </p:sp>
      <p:sp>
        <p:nvSpPr>
          <p:cNvPr id="22" name="Shape 20"/>
          <p:cNvSpPr/>
          <p:nvPr/>
        </p:nvSpPr>
        <p:spPr>
          <a:xfrm>
            <a:off x="6205576" y="5029200"/>
            <a:ext cx="2471852" cy="1234440"/>
          </a:xfrm>
          <a:prstGeom prst="roundRect">
            <a:avLst>
              <a:gd name="adj" fmla="val 8889"/>
            </a:avLst>
          </a:prstGeom>
          <a:solidFill>
            <a:srgbClr val="EEF1F6"/>
          </a:solidFill>
          <a:ln w="25400">
            <a:solidFill>
              <a:srgbClr val="0B1B33"/>
            </a:solidFill>
            <a:prstDash val="solid"/>
          </a:ln>
        </p:spPr>
      </p:sp>
      <p:sp>
        <p:nvSpPr>
          <p:cNvPr id="23" name="Text 21"/>
          <p:cNvSpPr/>
          <p:nvPr/>
        </p:nvSpPr>
        <p:spPr>
          <a:xfrm>
            <a:off x="6342736" y="5029200"/>
            <a:ext cx="2197532" cy="1234440"/>
          </a:xfrm>
          <a:prstGeom prst="rect">
            <a:avLst/>
          </a:prstGeom>
          <a:noFill/>
          <a:ln/>
        </p:spPr>
        <p:txBody>
          <a:bodyPr wrap="square" lIns="0" tIns="0" rIns="0" bIns="0" rtlCol="0" anchor="ctr"/>
          <a:lstStyle/>
          <a:p>
            <a:pPr algn="ctr" indent="0" marL="0">
              <a:lnSpc>
                <a:spcPts val="2400"/>
              </a:lnSpc>
              <a:buNone/>
            </a:pPr>
            <a:r>
              <a:rPr lang="en-US" sz="1900" b="1" dirty="0">
                <a:solidFill>
                  <a:srgbClr val="0B1B33"/>
                </a:solidFill>
                <a:latin typeface="Arial" pitchFamily="34" charset="0"/>
                <a:ea typeface="Arial" pitchFamily="34" charset="-122"/>
                <a:cs typeface="Arial" pitchFamily="34" charset="-120"/>
              </a:rPr>
              <a:t>Work backward</a:t>
            </a:r>
            <a:endParaRPr lang="en-US" sz="1900" dirty="0"/>
          </a:p>
        </p:txBody>
      </p:sp>
      <p:sp>
        <p:nvSpPr>
          <p:cNvPr id="24" name="Shape 22"/>
          <p:cNvSpPr/>
          <p:nvPr/>
        </p:nvSpPr>
        <p:spPr>
          <a:xfrm>
            <a:off x="8896883" y="5029200"/>
            <a:ext cx="2471852" cy="1234440"/>
          </a:xfrm>
          <a:prstGeom prst="roundRect">
            <a:avLst>
              <a:gd name="adj" fmla="val 8889"/>
            </a:avLst>
          </a:prstGeom>
          <a:solidFill>
            <a:srgbClr val="EEF1F6"/>
          </a:solidFill>
          <a:ln w="25400">
            <a:solidFill>
              <a:srgbClr val="0B1B33"/>
            </a:solidFill>
            <a:prstDash val="solid"/>
          </a:ln>
        </p:spPr>
      </p:sp>
      <p:sp>
        <p:nvSpPr>
          <p:cNvPr id="25" name="Text 23"/>
          <p:cNvSpPr/>
          <p:nvPr/>
        </p:nvSpPr>
        <p:spPr>
          <a:xfrm>
            <a:off x="9034043" y="5029200"/>
            <a:ext cx="2197532" cy="1234440"/>
          </a:xfrm>
          <a:prstGeom prst="rect">
            <a:avLst/>
          </a:prstGeom>
          <a:noFill/>
          <a:ln/>
        </p:spPr>
        <p:txBody>
          <a:bodyPr wrap="square" lIns="0" tIns="0" rIns="0" bIns="0" rtlCol="0" anchor="ctr"/>
          <a:lstStyle/>
          <a:p>
            <a:pPr algn="ctr" indent="0" marL="0">
              <a:lnSpc>
                <a:spcPts val="2400"/>
              </a:lnSpc>
              <a:buNone/>
            </a:pPr>
            <a:r>
              <a:rPr lang="en-US" sz="1900" b="1" dirty="0">
                <a:solidFill>
                  <a:srgbClr val="0B1B33"/>
                </a:solidFill>
                <a:latin typeface="Arial" pitchFamily="34" charset="0"/>
                <a:ea typeface="Arial" pitchFamily="34" charset="-122"/>
                <a:cs typeface="Arial" pitchFamily="34" charset="-120"/>
              </a:rPr>
              <a:t>Is it reasonable?</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4A5B75"/>
                </a:solidFill>
                <a:latin typeface="Courier New" pitchFamily="34" charset="0"/>
                <a:ea typeface="Courier New" pitchFamily="34" charset="-122"/>
                <a:cs typeface="Courier New" pitchFamily="34" charset="-120"/>
              </a:rPr>
              <a:t>WHEN YOU FEEL STUCK</a:t>
            </a:r>
            <a:endParaRPr lang="en-US" sz="1600" dirty="0"/>
          </a:p>
        </p:txBody>
      </p:sp>
      <p:sp>
        <p:nvSpPr>
          <p:cNvPr id="3" name="Text 1"/>
          <p:cNvSpPr/>
          <p:nvPr/>
        </p:nvSpPr>
        <p:spPr>
          <a:xfrm>
            <a:off x="822960" y="914400"/>
            <a:ext cx="10545775" cy="1143000"/>
          </a:xfrm>
          <a:prstGeom prst="rect">
            <a:avLst/>
          </a:prstGeom>
          <a:noFill/>
          <a:ln/>
        </p:spPr>
        <p:txBody>
          <a:bodyPr wrap="square" lIns="0" tIns="0" rIns="0" bIns="0" rtlCol="0" anchor="ctr"/>
          <a:lstStyle/>
          <a:p>
            <a:pPr algn="l" indent="0" marL="0">
              <a:buNone/>
            </a:pPr>
            <a:r>
              <a:rPr lang="en-US" sz="6400" b="1" spc="-100" kern="0" dirty="0">
                <a:solidFill>
                  <a:srgbClr val="0B1B33"/>
                </a:solidFill>
                <a:latin typeface="Arial" pitchFamily="34" charset="0"/>
                <a:ea typeface="Arial" pitchFamily="34" charset="-122"/>
                <a:cs typeface="Arial" pitchFamily="34" charset="-120"/>
              </a:rPr>
              <a:t>STUCK IS NOT STOPPED</a:t>
            </a:r>
            <a:endParaRPr lang="en-US" sz="6400" dirty="0"/>
          </a:p>
        </p:txBody>
      </p:sp>
      <p:sp>
        <p:nvSpPr>
          <p:cNvPr id="4" name="Text 2"/>
          <p:cNvSpPr/>
          <p:nvPr/>
        </p:nvSpPr>
        <p:spPr>
          <a:xfrm>
            <a:off x="822960" y="2331720"/>
            <a:ext cx="566928" cy="566928"/>
          </a:xfrm>
          <a:prstGeom prst="rect">
            <a:avLst/>
          </a:prstGeom>
          <a:noFill/>
          <a:ln/>
        </p:spPr>
        <p:txBody>
          <a:bodyPr wrap="square" lIns="0" tIns="0" rIns="0" bIns="0" rtlCol="0" anchor="ctr"/>
          <a:lstStyle/>
          <a:p>
            <a:pPr algn="l" indent="0" marL="0">
              <a:buNone/>
            </a:pPr>
            <a:r>
              <a:rPr lang="en-US" sz="2600" b="1" dirty="0">
                <a:solidFill>
                  <a:srgbClr val="E8B84B"/>
                </a:solidFill>
                <a:latin typeface="Courier New" pitchFamily="34" charset="0"/>
                <a:ea typeface="Courier New" pitchFamily="34" charset="-122"/>
                <a:cs typeface="Courier New" pitchFamily="34" charset="-120"/>
              </a:rPr>
              <a:t>1</a:t>
            </a:r>
            <a:endParaRPr lang="en-US" sz="2600" dirty="0"/>
          </a:p>
        </p:txBody>
      </p:sp>
      <p:sp>
        <p:nvSpPr>
          <p:cNvPr id="5" name="Text 3"/>
          <p:cNvSpPr/>
          <p:nvPr/>
        </p:nvSpPr>
        <p:spPr>
          <a:xfrm>
            <a:off x="1463040" y="2331720"/>
            <a:ext cx="9601200" cy="566928"/>
          </a:xfrm>
          <a:prstGeom prst="rect">
            <a:avLst/>
          </a:prstGeom>
          <a:noFill/>
          <a:ln/>
        </p:spPr>
        <p:txBody>
          <a:bodyPr wrap="square" lIns="0" tIns="0" rIns="0" bIns="0" rtlCol="0" anchor="ctr"/>
          <a:lstStyle/>
          <a:p>
            <a:pPr algn="l" indent="0" marL="0">
              <a:buNone/>
            </a:pPr>
            <a:r>
              <a:rPr lang="en-US" sz="3000" b="1" dirty="0">
                <a:solidFill>
                  <a:srgbClr val="0B1B33"/>
                </a:solidFill>
                <a:latin typeface="Arial" pitchFamily="34" charset="0"/>
                <a:ea typeface="Arial" pitchFamily="34" charset="-122"/>
                <a:cs typeface="Arial" pitchFamily="34" charset="-120"/>
              </a:rPr>
              <a:t>What information do I have?</a:t>
            </a:r>
            <a:endParaRPr lang="en-US" sz="3000" dirty="0"/>
          </a:p>
        </p:txBody>
      </p:sp>
      <p:sp>
        <p:nvSpPr>
          <p:cNvPr id="6" name="Shape 4"/>
          <p:cNvSpPr/>
          <p:nvPr/>
        </p:nvSpPr>
        <p:spPr>
          <a:xfrm>
            <a:off x="822960" y="3008376"/>
            <a:ext cx="10241280" cy="0"/>
          </a:xfrm>
          <a:prstGeom prst="line">
            <a:avLst/>
          </a:prstGeom>
          <a:noFill/>
          <a:ln w="12700">
            <a:solidFill>
              <a:srgbClr val="DCE3ED"/>
            </a:solidFill>
            <a:prstDash val="solid"/>
          </a:ln>
        </p:spPr>
      </p:sp>
      <p:sp>
        <p:nvSpPr>
          <p:cNvPr id="7" name="Text 5"/>
          <p:cNvSpPr/>
          <p:nvPr/>
        </p:nvSpPr>
        <p:spPr>
          <a:xfrm>
            <a:off x="822960" y="3118104"/>
            <a:ext cx="566928" cy="566928"/>
          </a:xfrm>
          <a:prstGeom prst="rect">
            <a:avLst/>
          </a:prstGeom>
          <a:noFill/>
          <a:ln/>
        </p:spPr>
        <p:txBody>
          <a:bodyPr wrap="square" lIns="0" tIns="0" rIns="0" bIns="0" rtlCol="0" anchor="ctr"/>
          <a:lstStyle/>
          <a:p>
            <a:pPr algn="l" indent="0" marL="0">
              <a:buNone/>
            </a:pPr>
            <a:r>
              <a:rPr lang="en-US" sz="2600" b="1" dirty="0">
                <a:solidFill>
                  <a:srgbClr val="E8B84B"/>
                </a:solidFill>
                <a:latin typeface="Courier New" pitchFamily="34" charset="0"/>
                <a:ea typeface="Courier New" pitchFamily="34" charset="-122"/>
                <a:cs typeface="Courier New" pitchFamily="34" charset="-120"/>
              </a:rPr>
              <a:t>2</a:t>
            </a:r>
            <a:endParaRPr lang="en-US" sz="2600" dirty="0"/>
          </a:p>
        </p:txBody>
      </p:sp>
      <p:sp>
        <p:nvSpPr>
          <p:cNvPr id="8" name="Text 6"/>
          <p:cNvSpPr/>
          <p:nvPr/>
        </p:nvSpPr>
        <p:spPr>
          <a:xfrm>
            <a:off x="1463040" y="3118104"/>
            <a:ext cx="9601200" cy="566928"/>
          </a:xfrm>
          <a:prstGeom prst="rect">
            <a:avLst/>
          </a:prstGeom>
          <a:noFill/>
          <a:ln/>
        </p:spPr>
        <p:txBody>
          <a:bodyPr wrap="square" lIns="0" tIns="0" rIns="0" bIns="0" rtlCol="0" anchor="ctr"/>
          <a:lstStyle/>
          <a:p>
            <a:pPr algn="l" indent="0" marL="0">
              <a:buNone/>
            </a:pPr>
            <a:r>
              <a:rPr lang="en-US" sz="3000" b="1" dirty="0">
                <a:solidFill>
                  <a:srgbClr val="0B1B33"/>
                </a:solidFill>
                <a:latin typeface="Arial" pitchFamily="34" charset="0"/>
                <a:ea typeface="Arial" pitchFamily="34" charset="-122"/>
                <a:cs typeface="Arial" pitchFamily="34" charset="-120"/>
              </a:rPr>
              <a:t>What tools are in my tool belt?</a:t>
            </a:r>
            <a:endParaRPr lang="en-US" sz="3000" dirty="0"/>
          </a:p>
        </p:txBody>
      </p:sp>
      <p:sp>
        <p:nvSpPr>
          <p:cNvPr id="9" name="Shape 7"/>
          <p:cNvSpPr/>
          <p:nvPr/>
        </p:nvSpPr>
        <p:spPr>
          <a:xfrm>
            <a:off x="822960" y="3794760"/>
            <a:ext cx="10241280" cy="0"/>
          </a:xfrm>
          <a:prstGeom prst="line">
            <a:avLst/>
          </a:prstGeom>
          <a:noFill/>
          <a:ln w="12700">
            <a:solidFill>
              <a:srgbClr val="DCE3ED"/>
            </a:solidFill>
            <a:prstDash val="solid"/>
          </a:ln>
        </p:spPr>
      </p:sp>
      <p:sp>
        <p:nvSpPr>
          <p:cNvPr id="10" name="Text 8"/>
          <p:cNvSpPr/>
          <p:nvPr/>
        </p:nvSpPr>
        <p:spPr>
          <a:xfrm>
            <a:off x="822960" y="3904488"/>
            <a:ext cx="566928" cy="566928"/>
          </a:xfrm>
          <a:prstGeom prst="rect">
            <a:avLst/>
          </a:prstGeom>
          <a:noFill/>
          <a:ln/>
        </p:spPr>
        <p:txBody>
          <a:bodyPr wrap="square" lIns="0" tIns="0" rIns="0" bIns="0" rtlCol="0" anchor="ctr"/>
          <a:lstStyle/>
          <a:p>
            <a:pPr algn="l" indent="0" marL="0">
              <a:buNone/>
            </a:pPr>
            <a:r>
              <a:rPr lang="en-US" sz="2600" b="1" dirty="0">
                <a:solidFill>
                  <a:srgbClr val="E8B84B"/>
                </a:solidFill>
                <a:latin typeface="Courier New" pitchFamily="34" charset="0"/>
                <a:ea typeface="Courier New" pitchFamily="34" charset="-122"/>
                <a:cs typeface="Courier New" pitchFamily="34" charset="-120"/>
              </a:rPr>
              <a:t>3</a:t>
            </a:r>
            <a:endParaRPr lang="en-US" sz="2600" dirty="0"/>
          </a:p>
        </p:txBody>
      </p:sp>
      <p:sp>
        <p:nvSpPr>
          <p:cNvPr id="11" name="Text 9"/>
          <p:cNvSpPr/>
          <p:nvPr/>
        </p:nvSpPr>
        <p:spPr>
          <a:xfrm>
            <a:off x="1463040" y="3904488"/>
            <a:ext cx="9601200" cy="566928"/>
          </a:xfrm>
          <a:prstGeom prst="rect">
            <a:avLst/>
          </a:prstGeom>
          <a:noFill/>
          <a:ln/>
        </p:spPr>
        <p:txBody>
          <a:bodyPr wrap="square" lIns="0" tIns="0" rIns="0" bIns="0" rtlCol="0" anchor="ctr"/>
          <a:lstStyle/>
          <a:p>
            <a:pPr algn="l" indent="0" marL="0">
              <a:buNone/>
            </a:pPr>
            <a:r>
              <a:rPr lang="en-US" sz="3000" b="1" dirty="0">
                <a:solidFill>
                  <a:srgbClr val="0B1B33"/>
                </a:solidFill>
                <a:latin typeface="Arial" pitchFamily="34" charset="0"/>
                <a:ea typeface="Arial" pitchFamily="34" charset="-122"/>
                <a:cs typeface="Arial" pitchFamily="34" charset="-120"/>
              </a:rPr>
              <a:t>Which tool could I try?</a:t>
            </a:r>
            <a:endParaRPr lang="en-US" sz="3000" dirty="0"/>
          </a:p>
        </p:txBody>
      </p:sp>
      <p:sp>
        <p:nvSpPr>
          <p:cNvPr id="12" name="Shape 10"/>
          <p:cNvSpPr/>
          <p:nvPr/>
        </p:nvSpPr>
        <p:spPr>
          <a:xfrm>
            <a:off x="822960" y="4581144"/>
            <a:ext cx="10241280" cy="0"/>
          </a:xfrm>
          <a:prstGeom prst="line">
            <a:avLst/>
          </a:prstGeom>
          <a:noFill/>
          <a:ln w="12700">
            <a:solidFill>
              <a:srgbClr val="DCE3ED"/>
            </a:solidFill>
            <a:prstDash val="solid"/>
          </a:ln>
        </p:spPr>
      </p:sp>
      <p:sp>
        <p:nvSpPr>
          <p:cNvPr id="13" name="Text 11"/>
          <p:cNvSpPr/>
          <p:nvPr/>
        </p:nvSpPr>
        <p:spPr>
          <a:xfrm>
            <a:off x="822960" y="4690872"/>
            <a:ext cx="566928" cy="566928"/>
          </a:xfrm>
          <a:prstGeom prst="rect">
            <a:avLst/>
          </a:prstGeom>
          <a:noFill/>
          <a:ln/>
        </p:spPr>
        <p:txBody>
          <a:bodyPr wrap="square" lIns="0" tIns="0" rIns="0" bIns="0" rtlCol="0" anchor="ctr"/>
          <a:lstStyle/>
          <a:p>
            <a:pPr algn="l" indent="0" marL="0">
              <a:buNone/>
            </a:pPr>
            <a:r>
              <a:rPr lang="en-US" sz="2600" b="1" dirty="0">
                <a:solidFill>
                  <a:srgbClr val="E8B84B"/>
                </a:solidFill>
                <a:latin typeface="Courier New" pitchFamily="34" charset="0"/>
                <a:ea typeface="Courier New" pitchFamily="34" charset="-122"/>
                <a:cs typeface="Courier New" pitchFamily="34" charset="-120"/>
              </a:rPr>
              <a:t>4</a:t>
            </a:r>
            <a:endParaRPr lang="en-US" sz="2600" dirty="0"/>
          </a:p>
        </p:txBody>
      </p:sp>
      <p:sp>
        <p:nvSpPr>
          <p:cNvPr id="14" name="Text 12"/>
          <p:cNvSpPr/>
          <p:nvPr/>
        </p:nvSpPr>
        <p:spPr>
          <a:xfrm>
            <a:off x="1463040" y="4690872"/>
            <a:ext cx="9601200" cy="566928"/>
          </a:xfrm>
          <a:prstGeom prst="rect">
            <a:avLst/>
          </a:prstGeom>
          <a:noFill/>
          <a:ln/>
        </p:spPr>
        <p:txBody>
          <a:bodyPr wrap="square" lIns="0" tIns="0" rIns="0" bIns="0" rtlCol="0" anchor="ctr"/>
          <a:lstStyle/>
          <a:p>
            <a:pPr algn="l" indent="0" marL="0">
              <a:buNone/>
            </a:pPr>
            <a:r>
              <a:rPr lang="en-US" sz="3000" b="1" dirty="0">
                <a:solidFill>
                  <a:srgbClr val="0B1B33"/>
                </a:solidFill>
                <a:latin typeface="Arial" pitchFamily="34" charset="0"/>
                <a:ea typeface="Arial" pitchFamily="34" charset="-122"/>
                <a:cs typeface="Arial" pitchFamily="34" charset="-120"/>
              </a:rPr>
              <a:t>What happened?</a:t>
            </a:r>
            <a:endParaRPr lang="en-US" sz="3000" dirty="0"/>
          </a:p>
        </p:txBody>
      </p:sp>
      <p:sp>
        <p:nvSpPr>
          <p:cNvPr id="15" name="Shape 13"/>
          <p:cNvSpPr/>
          <p:nvPr/>
        </p:nvSpPr>
        <p:spPr>
          <a:xfrm>
            <a:off x="822960" y="5367528"/>
            <a:ext cx="10241280" cy="0"/>
          </a:xfrm>
          <a:prstGeom prst="line">
            <a:avLst/>
          </a:prstGeom>
          <a:noFill/>
          <a:ln w="12700">
            <a:solidFill>
              <a:srgbClr val="DCE3ED"/>
            </a:solidFill>
            <a:prstDash val="solid"/>
          </a:ln>
        </p:spPr>
      </p:sp>
      <p:sp>
        <p:nvSpPr>
          <p:cNvPr id="16" name="Text 14"/>
          <p:cNvSpPr/>
          <p:nvPr/>
        </p:nvSpPr>
        <p:spPr>
          <a:xfrm>
            <a:off x="822960" y="5477256"/>
            <a:ext cx="566928" cy="566928"/>
          </a:xfrm>
          <a:prstGeom prst="rect">
            <a:avLst/>
          </a:prstGeom>
          <a:noFill/>
          <a:ln/>
        </p:spPr>
        <p:txBody>
          <a:bodyPr wrap="square" lIns="0" tIns="0" rIns="0" bIns="0" rtlCol="0" anchor="ctr"/>
          <a:lstStyle/>
          <a:p>
            <a:pPr algn="l" indent="0" marL="0">
              <a:buNone/>
            </a:pPr>
            <a:r>
              <a:rPr lang="en-US" sz="2600" b="1" dirty="0">
                <a:solidFill>
                  <a:srgbClr val="E8B84B"/>
                </a:solidFill>
                <a:latin typeface="Courier New" pitchFamily="34" charset="0"/>
                <a:ea typeface="Courier New" pitchFamily="34" charset="-122"/>
                <a:cs typeface="Courier New" pitchFamily="34" charset="-120"/>
              </a:rPr>
              <a:t>5</a:t>
            </a:r>
            <a:endParaRPr lang="en-US" sz="2600" dirty="0"/>
          </a:p>
        </p:txBody>
      </p:sp>
      <p:sp>
        <p:nvSpPr>
          <p:cNvPr id="17" name="Text 15"/>
          <p:cNvSpPr/>
          <p:nvPr/>
        </p:nvSpPr>
        <p:spPr>
          <a:xfrm>
            <a:off x="1463040" y="5477256"/>
            <a:ext cx="9601200" cy="566928"/>
          </a:xfrm>
          <a:prstGeom prst="rect">
            <a:avLst/>
          </a:prstGeom>
          <a:noFill/>
          <a:ln/>
        </p:spPr>
        <p:txBody>
          <a:bodyPr wrap="square" lIns="0" tIns="0" rIns="0" bIns="0" rtlCol="0" anchor="ctr"/>
          <a:lstStyle/>
          <a:p>
            <a:pPr algn="l" indent="0" marL="0">
              <a:buNone/>
            </a:pPr>
            <a:r>
              <a:rPr lang="en-US" sz="3000" b="1" dirty="0">
                <a:solidFill>
                  <a:srgbClr val="0B1B33"/>
                </a:solidFill>
                <a:latin typeface="Arial" pitchFamily="34" charset="0"/>
                <a:ea typeface="Arial" pitchFamily="34" charset="-122"/>
                <a:cs typeface="Arial" pitchFamily="34" charset="-120"/>
              </a:rPr>
              <a:t>Should I continue or switch tools?</a:t>
            </a: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4A5B75"/>
                </a:solidFill>
                <a:latin typeface="Courier New" pitchFamily="34" charset="0"/>
                <a:ea typeface="Courier New" pitchFamily="34" charset="-122"/>
                <a:cs typeface="Courier New" pitchFamily="34" charset="-120"/>
              </a:rPr>
              <a:t>SHOWING WORK</a:t>
            </a:r>
            <a:endParaRPr lang="en-US" sz="1600" dirty="0"/>
          </a:p>
        </p:txBody>
      </p:sp>
      <p:sp>
        <p:nvSpPr>
          <p:cNvPr id="3" name="Text 1"/>
          <p:cNvSpPr/>
          <p:nvPr/>
        </p:nvSpPr>
        <p:spPr>
          <a:xfrm>
            <a:off x="822960" y="914400"/>
            <a:ext cx="10545775" cy="1737360"/>
          </a:xfrm>
          <a:prstGeom prst="rect">
            <a:avLst/>
          </a:prstGeom>
          <a:noFill/>
          <a:ln/>
        </p:spPr>
        <p:txBody>
          <a:bodyPr wrap="square" lIns="0" tIns="0" rIns="0" bIns="0" rtlCol="0" anchor="t"/>
          <a:lstStyle/>
          <a:p>
            <a:pPr algn="l" indent="0" marL="0">
              <a:lnSpc>
                <a:spcPts val="7200"/>
              </a:lnSpc>
              <a:buNone/>
            </a:pPr>
            <a:r>
              <a:rPr lang="en-US" sz="4800" b="1" spc="-150" kern="0" dirty="0">
                <a:solidFill>
                  <a:srgbClr val="0B1B33"/>
                </a:solidFill>
                <a:latin typeface="Arial" pitchFamily="34" charset="0"/>
                <a:ea typeface="Arial" pitchFamily="34" charset="-122"/>
                <a:cs typeface="Arial" pitchFamily="34" charset="-120"/>
              </a:rPr>
              <a:t>An answer by itself</a:t>
            </a:r>
            <a:endParaRPr lang="en-US" sz="4800" dirty="0"/>
          </a:p>
          <a:p>
            <a:pPr algn="l" indent="0" marL="0">
              <a:lnSpc>
                <a:spcPts val="7200"/>
              </a:lnSpc>
              <a:buNone/>
            </a:pPr>
            <a:r>
              <a:rPr lang="en-US" sz="4800" b="1" spc="-150" kern="0" dirty="0">
                <a:solidFill>
                  <a:srgbClr val="0B1B33"/>
                </a:solidFill>
                <a:latin typeface="Arial" pitchFamily="34" charset="0"/>
                <a:ea typeface="Arial" pitchFamily="34" charset="-122"/>
                <a:cs typeface="Arial" pitchFamily="34" charset="-120"/>
              </a:rPr>
              <a:t>is not finished.</a:t>
            </a:r>
            <a:endParaRPr lang="en-US" sz="4800" dirty="0"/>
          </a:p>
        </p:txBody>
      </p:sp>
      <p:sp>
        <p:nvSpPr>
          <p:cNvPr id="4" name="Text 2"/>
          <p:cNvSpPr/>
          <p:nvPr/>
        </p:nvSpPr>
        <p:spPr>
          <a:xfrm>
            <a:off x="822960" y="2743200"/>
            <a:ext cx="6766560" cy="640080"/>
          </a:xfrm>
          <a:prstGeom prst="rect">
            <a:avLst/>
          </a:prstGeom>
          <a:noFill/>
          <a:ln/>
        </p:spPr>
        <p:txBody>
          <a:bodyPr wrap="square" lIns="0" tIns="0" rIns="0" bIns="0" rtlCol="0" anchor="ctr"/>
          <a:lstStyle/>
          <a:p>
            <a:pPr algn="l" indent="0" marL="0">
              <a:buNone/>
            </a:pPr>
            <a:r>
              <a:rPr lang="en-US" sz="3800" b="1" dirty="0">
                <a:solidFill>
                  <a:srgbClr val="0B1B33"/>
                </a:solidFill>
                <a:latin typeface="Arial" pitchFamily="34" charset="0"/>
                <a:ea typeface="Arial" pitchFamily="34" charset="-122"/>
                <a:cs typeface="Arial" pitchFamily="34" charset="-120"/>
              </a:rPr>
              <a:t>Make your thinking visible.</a:t>
            </a:r>
            <a:endParaRPr lang="en-US" sz="3800" dirty="0"/>
          </a:p>
        </p:txBody>
      </p:sp>
      <p:sp>
        <p:nvSpPr>
          <p:cNvPr id="5" name="Text 3"/>
          <p:cNvSpPr/>
          <p:nvPr/>
        </p:nvSpPr>
        <p:spPr>
          <a:xfrm>
            <a:off x="822960" y="3611880"/>
            <a:ext cx="6766560" cy="320040"/>
          </a:xfrm>
          <a:prstGeom prst="rect">
            <a:avLst/>
          </a:prstGeom>
          <a:noFill/>
          <a:ln/>
        </p:spPr>
        <p:txBody>
          <a:bodyPr wrap="square" lIns="0" tIns="0" rIns="0" bIns="0" rtlCol="0" anchor="ctr"/>
          <a:lstStyle/>
          <a:p>
            <a:pPr algn="l" indent="0" marL="0">
              <a:buNone/>
            </a:pPr>
            <a:r>
              <a:rPr lang="en-US" sz="1400" b="1" spc="300" kern="0" dirty="0">
                <a:solidFill>
                  <a:srgbClr val="4A5B75"/>
                </a:solidFill>
                <a:latin typeface="Courier New" pitchFamily="34" charset="0"/>
                <a:ea typeface="Courier New" pitchFamily="34" charset="-122"/>
                <a:cs typeface="Courier New" pitchFamily="34" charset="-120"/>
              </a:rPr>
              <a:t>ALL OF THESE COUNT AS WORK</a:t>
            </a:r>
            <a:endParaRPr lang="en-US" sz="1400" dirty="0"/>
          </a:p>
        </p:txBody>
      </p:sp>
      <p:sp>
        <p:nvSpPr>
          <p:cNvPr id="6" name="Shape 4"/>
          <p:cNvSpPr/>
          <p:nvPr/>
        </p:nvSpPr>
        <p:spPr>
          <a:xfrm>
            <a:off x="822960" y="4069080"/>
            <a:ext cx="2148840" cy="566928"/>
          </a:xfrm>
          <a:prstGeom prst="roundRect">
            <a:avLst>
              <a:gd name="adj" fmla="val 16129"/>
            </a:avLst>
          </a:prstGeom>
          <a:solidFill>
            <a:srgbClr val="EEF1F6"/>
          </a:solidFill>
          <a:ln w="12700">
            <a:solidFill>
              <a:srgbClr val="C9D2E0"/>
            </a:solidFill>
            <a:prstDash val="solid"/>
          </a:ln>
        </p:spPr>
      </p:sp>
      <p:sp>
        <p:nvSpPr>
          <p:cNvPr id="7" name="Text 5"/>
          <p:cNvSpPr/>
          <p:nvPr/>
        </p:nvSpPr>
        <p:spPr>
          <a:xfrm>
            <a:off x="822960" y="4069080"/>
            <a:ext cx="2148840" cy="566928"/>
          </a:xfrm>
          <a:prstGeom prst="rect">
            <a:avLst/>
          </a:prstGeom>
          <a:noFill/>
          <a:ln/>
        </p:spPr>
        <p:txBody>
          <a:bodyPr wrap="square" lIns="0" tIns="0" rIns="0" bIns="0" rtlCol="0" anchor="ctr"/>
          <a:lstStyle/>
          <a:p>
            <a:pPr algn="ctr" indent="0" marL="0">
              <a:buNone/>
            </a:pPr>
            <a:r>
              <a:rPr lang="en-US" sz="1700" dirty="0">
                <a:solidFill>
                  <a:srgbClr val="0B1B33"/>
                </a:solidFill>
                <a:latin typeface="Calibri" pitchFamily="34" charset="0"/>
                <a:ea typeface="Calibri" pitchFamily="34" charset="-122"/>
                <a:cs typeface="Calibri" pitchFamily="34" charset="-120"/>
              </a:rPr>
              <a:t>Equations</a:t>
            </a:r>
            <a:endParaRPr lang="en-US" sz="1700" dirty="0"/>
          </a:p>
        </p:txBody>
      </p:sp>
      <p:sp>
        <p:nvSpPr>
          <p:cNvPr id="8" name="Shape 6"/>
          <p:cNvSpPr/>
          <p:nvPr/>
        </p:nvSpPr>
        <p:spPr>
          <a:xfrm>
            <a:off x="3154680" y="4069080"/>
            <a:ext cx="2148840" cy="566928"/>
          </a:xfrm>
          <a:prstGeom prst="roundRect">
            <a:avLst>
              <a:gd name="adj" fmla="val 16129"/>
            </a:avLst>
          </a:prstGeom>
          <a:solidFill>
            <a:srgbClr val="EEF1F6"/>
          </a:solidFill>
          <a:ln w="12700">
            <a:solidFill>
              <a:srgbClr val="C9D2E0"/>
            </a:solidFill>
            <a:prstDash val="solid"/>
          </a:ln>
        </p:spPr>
      </p:sp>
      <p:sp>
        <p:nvSpPr>
          <p:cNvPr id="9" name="Text 7"/>
          <p:cNvSpPr/>
          <p:nvPr/>
        </p:nvSpPr>
        <p:spPr>
          <a:xfrm>
            <a:off x="3154680" y="4069080"/>
            <a:ext cx="2148840" cy="566928"/>
          </a:xfrm>
          <a:prstGeom prst="rect">
            <a:avLst/>
          </a:prstGeom>
          <a:noFill/>
          <a:ln/>
        </p:spPr>
        <p:txBody>
          <a:bodyPr wrap="square" lIns="0" tIns="0" rIns="0" bIns="0" rtlCol="0" anchor="ctr"/>
          <a:lstStyle/>
          <a:p>
            <a:pPr algn="ctr" indent="0" marL="0">
              <a:buNone/>
            </a:pPr>
            <a:r>
              <a:rPr lang="en-US" sz="1700" dirty="0">
                <a:solidFill>
                  <a:srgbClr val="0B1B33"/>
                </a:solidFill>
                <a:latin typeface="Calibri" pitchFamily="34" charset="0"/>
                <a:ea typeface="Calibri" pitchFamily="34" charset="-122"/>
                <a:cs typeface="Calibri" pitchFamily="34" charset="-120"/>
              </a:rPr>
              <a:t>Numbers and arrows</a:t>
            </a:r>
            <a:endParaRPr lang="en-US" sz="1700" dirty="0"/>
          </a:p>
        </p:txBody>
      </p:sp>
      <p:sp>
        <p:nvSpPr>
          <p:cNvPr id="10" name="Shape 8"/>
          <p:cNvSpPr/>
          <p:nvPr/>
        </p:nvSpPr>
        <p:spPr>
          <a:xfrm>
            <a:off x="5486400" y="4069080"/>
            <a:ext cx="2148840" cy="566928"/>
          </a:xfrm>
          <a:prstGeom prst="roundRect">
            <a:avLst>
              <a:gd name="adj" fmla="val 16129"/>
            </a:avLst>
          </a:prstGeom>
          <a:solidFill>
            <a:srgbClr val="EEF1F6"/>
          </a:solidFill>
          <a:ln w="12700">
            <a:solidFill>
              <a:srgbClr val="C9D2E0"/>
            </a:solidFill>
            <a:prstDash val="solid"/>
          </a:ln>
        </p:spPr>
      </p:sp>
      <p:sp>
        <p:nvSpPr>
          <p:cNvPr id="11" name="Text 9"/>
          <p:cNvSpPr/>
          <p:nvPr/>
        </p:nvSpPr>
        <p:spPr>
          <a:xfrm>
            <a:off x="5486400" y="4069080"/>
            <a:ext cx="2148840" cy="566928"/>
          </a:xfrm>
          <a:prstGeom prst="rect">
            <a:avLst/>
          </a:prstGeom>
          <a:noFill/>
          <a:ln/>
        </p:spPr>
        <p:txBody>
          <a:bodyPr wrap="square" lIns="0" tIns="0" rIns="0" bIns="0" rtlCol="0" anchor="ctr"/>
          <a:lstStyle/>
          <a:p>
            <a:pPr algn="ctr" indent="0" marL="0">
              <a:buNone/>
            </a:pPr>
            <a:r>
              <a:rPr lang="en-US" sz="1700" dirty="0">
                <a:solidFill>
                  <a:srgbClr val="0B1B33"/>
                </a:solidFill>
                <a:latin typeface="Calibri" pitchFamily="34" charset="0"/>
                <a:ea typeface="Calibri" pitchFamily="34" charset="-122"/>
                <a:cs typeface="Calibri" pitchFamily="34" charset="-120"/>
              </a:rPr>
              <a:t>Diagrams</a:t>
            </a:r>
            <a:endParaRPr lang="en-US" sz="1700" dirty="0"/>
          </a:p>
        </p:txBody>
      </p:sp>
      <p:sp>
        <p:nvSpPr>
          <p:cNvPr id="12" name="Shape 10"/>
          <p:cNvSpPr/>
          <p:nvPr/>
        </p:nvSpPr>
        <p:spPr>
          <a:xfrm>
            <a:off x="822960" y="4818888"/>
            <a:ext cx="2148840" cy="566928"/>
          </a:xfrm>
          <a:prstGeom prst="roundRect">
            <a:avLst>
              <a:gd name="adj" fmla="val 16129"/>
            </a:avLst>
          </a:prstGeom>
          <a:solidFill>
            <a:srgbClr val="EEF1F6"/>
          </a:solidFill>
          <a:ln w="12700">
            <a:solidFill>
              <a:srgbClr val="C9D2E0"/>
            </a:solidFill>
            <a:prstDash val="solid"/>
          </a:ln>
        </p:spPr>
      </p:sp>
      <p:sp>
        <p:nvSpPr>
          <p:cNvPr id="13" name="Text 11"/>
          <p:cNvSpPr/>
          <p:nvPr/>
        </p:nvSpPr>
        <p:spPr>
          <a:xfrm>
            <a:off x="822960" y="4818888"/>
            <a:ext cx="2148840" cy="566928"/>
          </a:xfrm>
          <a:prstGeom prst="rect">
            <a:avLst/>
          </a:prstGeom>
          <a:noFill/>
          <a:ln/>
        </p:spPr>
        <p:txBody>
          <a:bodyPr wrap="square" lIns="0" tIns="0" rIns="0" bIns="0" rtlCol="0" anchor="ctr"/>
          <a:lstStyle/>
          <a:p>
            <a:pPr algn="ctr" indent="0" marL="0">
              <a:buNone/>
            </a:pPr>
            <a:r>
              <a:rPr lang="en-US" sz="1700" dirty="0">
                <a:solidFill>
                  <a:srgbClr val="0B1B33"/>
                </a:solidFill>
                <a:latin typeface="Calibri" pitchFamily="34" charset="0"/>
                <a:ea typeface="Calibri" pitchFamily="34" charset="-122"/>
                <a:cs typeface="Calibri" pitchFamily="34" charset="-120"/>
              </a:rPr>
              <a:t>Tables</a:t>
            </a:r>
            <a:endParaRPr lang="en-US" sz="1700" dirty="0"/>
          </a:p>
        </p:txBody>
      </p:sp>
      <p:sp>
        <p:nvSpPr>
          <p:cNvPr id="14" name="Shape 12"/>
          <p:cNvSpPr/>
          <p:nvPr/>
        </p:nvSpPr>
        <p:spPr>
          <a:xfrm>
            <a:off x="3154680" y="4818888"/>
            <a:ext cx="2148840" cy="566928"/>
          </a:xfrm>
          <a:prstGeom prst="roundRect">
            <a:avLst>
              <a:gd name="adj" fmla="val 16129"/>
            </a:avLst>
          </a:prstGeom>
          <a:solidFill>
            <a:srgbClr val="EEF1F6"/>
          </a:solidFill>
          <a:ln w="12700">
            <a:solidFill>
              <a:srgbClr val="C9D2E0"/>
            </a:solidFill>
            <a:prstDash val="solid"/>
          </a:ln>
        </p:spPr>
      </p:sp>
      <p:sp>
        <p:nvSpPr>
          <p:cNvPr id="15" name="Text 13"/>
          <p:cNvSpPr/>
          <p:nvPr/>
        </p:nvSpPr>
        <p:spPr>
          <a:xfrm>
            <a:off x="3154680" y="4818888"/>
            <a:ext cx="2148840" cy="566928"/>
          </a:xfrm>
          <a:prstGeom prst="rect">
            <a:avLst/>
          </a:prstGeom>
          <a:noFill/>
          <a:ln/>
        </p:spPr>
        <p:txBody>
          <a:bodyPr wrap="square" lIns="0" tIns="0" rIns="0" bIns="0" rtlCol="0" anchor="ctr"/>
          <a:lstStyle/>
          <a:p>
            <a:pPr algn="ctr" indent="0" marL="0">
              <a:buNone/>
            </a:pPr>
            <a:r>
              <a:rPr lang="en-US" sz="1700" dirty="0">
                <a:solidFill>
                  <a:srgbClr val="0B1B33"/>
                </a:solidFill>
                <a:latin typeface="Calibri" pitchFamily="34" charset="0"/>
                <a:ea typeface="Calibri" pitchFamily="34" charset="-122"/>
                <a:cs typeface="Calibri" pitchFamily="34" charset="-120"/>
              </a:rPr>
              <a:t>Number lines</a:t>
            </a:r>
            <a:endParaRPr lang="en-US" sz="1700" dirty="0"/>
          </a:p>
        </p:txBody>
      </p:sp>
      <p:sp>
        <p:nvSpPr>
          <p:cNvPr id="16" name="Shape 14"/>
          <p:cNvSpPr/>
          <p:nvPr/>
        </p:nvSpPr>
        <p:spPr>
          <a:xfrm>
            <a:off x="5486400" y="4818888"/>
            <a:ext cx="2148840" cy="566928"/>
          </a:xfrm>
          <a:prstGeom prst="roundRect">
            <a:avLst>
              <a:gd name="adj" fmla="val 16129"/>
            </a:avLst>
          </a:prstGeom>
          <a:solidFill>
            <a:srgbClr val="EEF1F6"/>
          </a:solidFill>
          <a:ln w="12700">
            <a:solidFill>
              <a:srgbClr val="C9D2E0"/>
            </a:solidFill>
            <a:prstDash val="solid"/>
          </a:ln>
        </p:spPr>
      </p:sp>
      <p:sp>
        <p:nvSpPr>
          <p:cNvPr id="17" name="Text 15"/>
          <p:cNvSpPr/>
          <p:nvPr/>
        </p:nvSpPr>
        <p:spPr>
          <a:xfrm>
            <a:off x="5486400" y="4818888"/>
            <a:ext cx="2148840" cy="566928"/>
          </a:xfrm>
          <a:prstGeom prst="rect">
            <a:avLst/>
          </a:prstGeom>
          <a:noFill/>
          <a:ln/>
        </p:spPr>
        <p:txBody>
          <a:bodyPr wrap="square" lIns="0" tIns="0" rIns="0" bIns="0" rtlCol="0" anchor="ctr"/>
          <a:lstStyle/>
          <a:p>
            <a:pPr algn="ctr" indent="0" marL="0">
              <a:buNone/>
            </a:pPr>
            <a:r>
              <a:rPr lang="en-US" sz="1700" dirty="0">
                <a:solidFill>
                  <a:srgbClr val="0B1B33"/>
                </a:solidFill>
                <a:latin typeface="Calibri" pitchFamily="34" charset="0"/>
                <a:ea typeface="Calibri" pitchFamily="34" charset="-122"/>
                <a:cs typeface="Calibri" pitchFamily="34" charset="-120"/>
              </a:rPr>
              <a:t>Labels</a:t>
            </a:r>
            <a:endParaRPr lang="en-US" sz="1700" dirty="0"/>
          </a:p>
        </p:txBody>
      </p:sp>
      <p:sp>
        <p:nvSpPr>
          <p:cNvPr id="18" name="Shape 16"/>
          <p:cNvSpPr/>
          <p:nvPr/>
        </p:nvSpPr>
        <p:spPr>
          <a:xfrm>
            <a:off x="822960" y="5568696"/>
            <a:ext cx="2148840" cy="566928"/>
          </a:xfrm>
          <a:prstGeom prst="roundRect">
            <a:avLst>
              <a:gd name="adj" fmla="val 16129"/>
            </a:avLst>
          </a:prstGeom>
          <a:solidFill>
            <a:srgbClr val="EEF1F6"/>
          </a:solidFill>
          <a:ln w="12700">
            <a:solidFill>
              <a:srgbClr val="C9D2E0"/>
            </a:solidFill>
            <a:prstDash val="solid"/>
          </a:ln>
        </p:spPr>
      </p:sp>
      <p:sp>
        <p:nvSpPr>
          <p:cNvPr id="19" name="Text 17"/>
          <p:cNvSpPr/>
          <p:nvPr/>
        </p:nvSpPr>
        <p:spPr>
          <a:xfrm>
            <a:off x="822960" y="5568696"/>
            <a:ext cx="2148840" cy="566928"/>
          </a:xfrm>
          <a:prstGeom prst="rect">
            <a:avLst/>
          </a:prstGeom>
          <a:noFill/>
          <a:ln/>
        </p:spPr>
        <p:txBody>
          <a:bodyPr wrap="square" lIns="0" tIns="0" rIns="0" bIns="0" rtlCol="0" anchor="ctr"/>
          <a:lstStyle/>
          <a:p>
            <a:pPr algn="ctr" indent="0" marL="0">
              <a:buNone/>
            </a:pPr>
            <a:r>
              <a:rPr lang="en-US" sz="1700" dirty="0">
                <a:solidFill>
                  <a:srgbClr val="0B1B33"/>
                </a:solidFill>
                <a:latin typeface="Calibri" pitchFamily="34" charset="0"/>
                <a:ea typeface="Calibri" pitchFamily="34" charset="-122"/>
                <a:cs typeface="Calibri" pitchFamily="34" charset="-120"/>
              </a:rPr>
              <a:t>Short explanations</a:t>
            </a:r>
            <a:endParaRPr lang="en-US" sz="1700" dirty="0"/>
          </a:p>
        </p:txBody>
      </p:sp>
      <p:sp>
        <p:nvSpPr>
          <p:cNvPr id="20" name="Text 18"/>
          <p:cNvSpPr/>
          <p:nvPr/>
        </p:nvSpPr>
        <p:spPr>
          <a:xfrm>
            <a:off x="8549640" y="2743200"/>
            <a:ext cx="2834640" cy="1371600"/>
          </a:xfrm>
          <a:prstGeom prst="rect">
            <a:avLst/>
          </a:prstGeom>
          <a:noFill/>
          <a:ln/>
        </p:spPr>
        <p:txBody>
          <a:bodyPr wrap="square" lIns="0" tIns="0" rIns="0" bIns="0" rtlCol="0" anchor="t"/>
          <a:lstStyle/>
          <a:p>
            <a:pPr algn="l" indent="0" marL="0">
              <a:lnSpc>
                <a:spcPts val="2400"/>
              </a:lnSpc>
              <a:buNone/>
            </a:pPr>
            <a:r>
              <a:rPr lang="en-US" sz="1800" i="1" dirty="0">
                <a:solidFill>
                  <a:srgbClr val="4A5B75"/>
                </a:solidFill>
                <a:latin typeface="Calibri" pitchFamily="34" charset="0"/>
                <a:ea typeface="Calibri" pitchFamily="34" charset="-122"/>
                <a:cs typeface="Calibri" pitchFamily="34" charset="-120"/>
              </a:rPr>
              <a:t>Enough that you — or somebody else —</a:t>
            </a:r>
            <a:endParaRPr lang="en-US" sz="1800" dirty="0"/>
          </a:p>
          <a:p>
            <a:pPr algn="l" indent="0" marL="0">
              <a:lnSpc>
                <a:spcPts val="2400"/>
              </a:lnSpc>
              <a:buNone/>
            </a:pPr>
            <a:r>
              <a:rPr lang="en-US" sz="1800" i="1" dirty="0">
                <a:solidFill>
                  <a:srgbClr val="4A5B75"/>
                </a:solidFill>
                <a:latin typeface="Calibri" pitchFamily="34" charset="0"/>
                <a:ea typeface="Calibri" pitchFamily="34" charset="-122"/>
                <a:cs typeface="Calibri" pitchFamily="34" charset="-120"/>
              </a:rPr>
              <a:t>can replay your reasoning.</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822960" y="566928"/>
            <a:ext cx="10545775" cy="310896"/>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EVERY DAY FROM HERE</a:t>
            </a:r>
            <a:endParaRPr lang="en-US" sz="1600" dirty="0"/>
          </a:p>
        </p:txBody>
      </p:sp>
      <p:sp>
        <p:nvSpPr>
          <p:cNvPr id="3" name="Text 1"/>
          <p:cNvSpPr/>
          <p:nvPr/>
        </p:nvSpPr>
        <p:spPr>
          <a:xfrm>
            <a:off x="822960" y="1143000"/>
            <a:ext cx="10545775" cy="2468880"/>
          </a:xfrm>
          <a:prstGeom prst="rect">
            <a:avLst/>
          </a:prstGeom>
          <a:noFill/>
          <a:ln/>
        </p:spPr>
        <p:txBody>
          <a:bodyPr wrap="square" lIns="0" tIns="0" rIns="0" bIns="0" rtlCol="0" anchor="ctr"/>
          <a:lstStyle/>
          <a:p>
            <a:pPr algn="l" indent="0" marL="0">
              <a:lnSpc>
                <a:spcPts val="6000"/>
              </a:lnSpc>
              <a:buNone/>
            </a:pPr>
            <a:r>
              <a:rPr lang="en-US" sz="4000" b="1" spc="-50" kern="0" dirty="0">
                <a:solidFill>
                  <a:srgbClr val="FFFFFF"/>
                </a:solidFill>
                <a:latin typeface="Arial" pitchFamily="34" charset="0"/>
                <a:ea typeface="Arial" pitchFamily="34" charset="-122"/>
                <a:cs typeface="Arial" pitchFamily="34" charset="-120"/>
              </a:rPr>
              <a:t>Confused is step one.</a:t>
            </a:r>
            <a:endParaRPr lang="en-US" sz="4000" dirty="0"/>
          </a:p>
          <a:p>
            <a:pPr algn="l" indent="0" marL="0">
              <a:lnSpc>
                <a:spcPts val="6000"/>
              </a:lnSpc>
              <a:buNone/>
            </a:pPr>
            <a:r>
              <a:rPr lang="en-US" sz="4000" b="1" spc="-50" kern="0" dirty="0">
                <a:solidFill>
                  <a:srgbClr val="FFFFFF"/>
                </a:solidFill>
                <a:latin typeface="Arial" pitchFamily="34" charset="0"/>
                <a:ea typeface="Arial" pitchFamily="34" charset="-122"/>
                <a:cs typeface="Arial" pitchFamily="34" charset="-120"/>
              </a:rPr>
              <a:t>Effort makes thinking visible.</a:t>
            </a:r>
            <a:endParaRPr lang="en-US" sz="4000" dirty="0"/>
          </a:p>
          <a:p>
            <a:pPr algn="l" indent="0" marL="0">
              <a:lnSpc>
                <a:spcPts val="6000"/>
              </a:lnSpc>
              <a:buNone/>
            </a:pPr>
            <a:r>
              <a:rPr lang="en-US" sz="4000" b="1" spc="-50" kern="0" dirty="0">
                <a:solidFill>
                  <a:srgbClr val="FFFFFF"/>
                </a:solidFill>
                <a:latin typeface="Arial" pitchFamily="34" charset="0"/>
                <a:ea typeface="Arial" pitchFamily="34" charset="-122"/>
                <a:cs typeface="Arial" pitchFamily="34" charset="-120"/>
              </a:rPr>
              <a:t>When you are stuck, check your tool belt.</a:t>
            </a:r>
            <a:endParaRPr lang="en-US" sz="4000" dirty="0"/>
          </a:p>
        </p:txBody>
      </p:sp>
      <p:sp>
        <p:nvSpPr>
          <p:cNvPr id="4" name="Text 2"/>
          <p:cNvSpPr/>
          <p:nvPr/>
        </p:nvSpPr>
        <p:spPr>
          <a:xfrm>
            <a:off x="822960" y="4114800"/>
            <a:ext cx="10545775" cy="457200"/>
          </a:xfrm>
          <a:prstGeom prst="rect">
            <a:avLst/>
          </a:prstGeom>
          <a:noFill/>
          <a:ln/>
        </p:spPr>
        <p:txBody>
          <a:bodyPr wrap="square" lIns="0" tIns="0" rIns="0" bIns="0" rtlCol="0" anchor="ctr"/>
          <a:lstStyle/>
          <a:p>
            <a:pPr algn="l" indent="0" marL="0">
              <a:buNone/>
            </a:pPr>
            <a:r>
              <a:rPr lang="en-US" sz="1600" b="1" spc="300" kern="0" dirty="0">
                <a:solidFill>
                  <a:srgbClr val="7B8CA6"/>
                </a:solidFill>
                <a:latin typeface="Courier New" pitchFamily="34" charset="0"/>
                <a:ea typeface="Courier New" pitchFamily="34" charset="-122"/>
                <a:cs typeface="Courier New" pitchFamily="34" charset="-120"/>
              </a:rPr>
              <a:t>WHEN WE GET STUCK?</a:t>
            </a:r>
            <a:endParaRPr lang="en-US" sz="1600" dirty="0"/>
          </a:p>
        </p:txBody>
      </p:sp>
      <p:sp>
        <p:nvSpPr>
          <p:cNvPr id="5" name="Text 3"/>
          <p:cNvSpPr/>
          <p:nvPr/>
        </p:nvSpPr>
        <p:spPr>
          <a:xfrm>
            <a:off x="822960" y="4572000"/>
            <a:ext cx="10545775" cy="1280160"/>
          </a:xfrm>
          <a:prstGeom prst="rect">
            <a:avLst/>
          </a:prstGeom>
          <a:noFill/>
          <a:ln/>
        </p:spPr>
        <p:txBody>
          <a:bodyPr wrap="square" lIns="0" tIns="0" rIns="0" bIns="0" rtlCol="0" anchor="ctr"/>
          <a:lstStyle/>
          <a:p>
            <a:pPr algn="l" indent="0" marL="0">
              <a:buNone/>
            </a:pPr>
            <a:r>
              <a:rPr lang="en-US" sz="7000" b="1" spc="-150" kern="0" dirty="0">
                <a:solidFill>
                  <a:srgbClr val="E8B84B"/>
                </a:solidFill>
                <a:latin typeface="Arial" pitchFamily="34" charset="0"/>
                <a:ea typeface="Arial" pitchFamily="34" charset="-122"/>
                <a:cs typeface="Arial" pitchFamily="34" charset="-120"/>
              </a:rPr>
              <a:t>CHECK THE TOOL BELT!</a:t>
            </a:r>
            <a:endParaRPr lang="en-US" sz="7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Learning Feels Like</dc:title>
  <dc:subject>PptxGenJS Presentation</dc:subject>
  <dc:creator>Mr. Wilson</dc:creator>
  <cp:lastModifiedBy>Mr. Wilson</cp:lastModifiedBy>
  <cp:revision>1</cp:revision>
  <dcterms:created xsi:type="dcterms:W3CDTF">2026-08-01T22:34:56Z</dcterms:created>
  <dcterms:modified xsi:type="dcterms:W3CDTF">2026-08-01T22:34:56Z</dcterms:modified>
</cp:coreProperties>
</file>