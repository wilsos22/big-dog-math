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1 — title slide. Replace the unit title, subtitle and the standards/session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2 — single diagram. Drop the model image into the slot, write the sticky-note prompt, and use the caption line for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3 — two-column comparison. Same three labels down both sides so the rows read across.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4 — three-part sequence. Numbered color blocks; keep each body to two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D949C">
                  <a:alpha val="100000"/>
                </a:srgbClr>
              </a:gs>
              <a:gs pos="100000">
                <a:srgbClr val="8D949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905000" y="1619250"/>
            <a:ext cx="6134100" cy="4991100"/>
          </a:xfrm>
          <a:prstGeom prst="rect">
            <a:avLst/>
          </a:prstGeom>
          <a:solidFill>
            <a:srgbClr val="3FB8D4">
              <a:alpha val="90000"/>
            </a:srgbClr>
          </a:solidFill>
          <a:ln w="19050">
            <a:solidFill>
              <a:srgbClr val="1D3B46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53000" y="1143000"/>
            <a:ext cx="5753100" cy="2895600"/>
          </a:xfrm>
          <a:prstGeom prst="rect">
            <a:avLst/>
          </a:prstGeom>
          <a:solidFill>
            <a:srgbClr val="EAB434"/>
          </a:solidFill>
          <a:ln w="19050">
            <a:solidFill>
              <a:srgbClr val="1D3B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2381250"/>
            <a:ext cx="4000500" cy="4381500"/>
          </a:xfrm>
          <a:prstGeom prst="rect">
            <a:avLst/>
          </a:prstGeom>
          <a:solidFill>
            <a:srgbClr val="F0785A"/>
          </a:solidFill>
          <a:ln/>
        </p:spPr>
      </p:sp>
      <p:sp>
        <p:nvSpPr>
          <p:cNvPr id="6" name="Shape 4"/>
          <p:cNvSpPr/>
          <p:nvPr/>
        </p:nvSpPr>
        <p:spPr>
          <a:xfrm>
            <a:off x="2857500" y="4953000"/>
            <a:ext cx="5372100" cy="2228850"/>
          </a:xfrm>
          <a:prstGeom prst="rect">
            <a:avLst/>
          </a:prstGeom>
          <a:solidFill>
            <a:srgbClr val="E0A92C"/>
          </a:solidFill>
          <a:ln w="19050">
            <a:solidFill>
              <a:srgbClr val="1D3B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96500" y="4095750"/>
            <a:ext cx="2895600" cy="2705100"/>
          </a:xfrm>
          <a:prstGeom prst="rect">
            <a:avLst/>
          </a:prstGeom>
          <a:solidFill>
            <a:srgbClr val="6A9D5A"/>
          </a:solidFill>
          <a:ln w="19050">
            <a:solidFill>
              <a:srgbClr val="1D3B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0067" y="3822948"/>
            <a:ext cx="8887792" cy="2831529"/>
          </a:xfrm>
          <a:prstGeom prst="rect">
            <a:avLst/>
          </a:prstGeom>
          <a:solidFill>
            <a:srgbClr val="FAF7EF"/>
          </a:solidFill>
          <a:ln/>
          <a:effectLst>
            <a:outerShdw sx="100000" sy="100000" kx="0" ky="0" algn="bl" rotWithShape="0" blurRad="101600" dist="188585" dir="2700000">
              <a:srgbClr val="1D3B4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77697" y="4432548"/>
            <a:ext cx="7932532" cy="926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356"/>
              </a:lnSpc>
              <a:buNone/>
            </a:pPr>
            <a:r>
              <a:rPr lang="en-US" sz="6600" b="1" spc="-132" kern="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Title Goes Here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5177697" y="5606728"/>
            <a:ext cx="793253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043"/>
              </a:lnSpc>
              <a:buNone/>
            </a:pPr>
            <a:r>
              <a:rPr lang="en-US" sz="3000" dirty="0">
                <a:solidFill>
                  <a:srgbClr val="2C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descriptive subtitle for the unit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-914400" y="8991600"/>
            <a:ext cx="201168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2C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Alignment: 0.AA, 0.BB | 00 Sessions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D949C">
                  <a:alpha val="100000"/>
                </a:srgbClr>
              </a:gs>
              <a:gs pos="100000">
                <a:srgbClr val="8D949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11525250" cy="732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65"/>
              </a:lnSpc>
              <a:buNone/>
            </a:pPr>
            <a:r>
              <a:rPr lang="en-US" sz="4800" spc="-72" kern="0" dirty="0">
                <a:solidFill>
                  <a:srgbClr val="1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0: Title of the Visual Model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 rot="72000">
            <a:off x="12706349" y="915330"/>
            <a:ext cx="4533901" cy="2124076"/>
          </a:xfrm>
          <a:prstGeom prst="rect">
            <a:avLst/>
          </a:prstGeom>
          <a:solidFill>
            <a:srgbClr val="F7E08A"/>
          </a:solidFill>
          <a:ln/>
          <a:effectLst>
            <a:outerShdw sx="100000" sy="100000" kx="0" ky="0" algn="bl" rotWithShape="0" blurRad="209550" dist="148785" dir="3000000">
              <a:srgbClr val="1D3B4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053638" y="1217563"/>
            <a:ext cx="3954504" cy="1557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65"/>
              </a:lnSpc>
              <a:buNone/>
            </a:pPr>
            <a:r>
              <a:rPr lang="en-US" sz="3000" dirty="0">
                <a:solidFill>
                  <a:srgbClr val="3D3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guiding question or teacher note here.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" y="9125917"/>
            <a:ext cx="18021300" cy="4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2C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caption explaining what the model shows.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D949C">
                  <a:alpha val="100000"/>
                </a:srgbClr>
              </a:gs>
              <a:gs pos="100000">
                <a:srgbClr val="8D949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33350" y="800100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spc="-72" kern="0" dirty="0">
                <a:solidFill>
                  <a:srgbClr val="1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Slide Title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76789" y="2071688"/>
            <a:ext cx="7847648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1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Concept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33500" y="2876550"/>
            <a:ext cx="7134225" cy="1905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6" name="Text 4"/>
          <p:cNvSpPr/>
          <p:nvPr/>
        </p:nvSpPr>
        <p:spPr>
          <a:xfrm>
            <a:off x="1333500" y="5981700"/>
            <a:ext cx="7348252" cy="854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92"/>
              </a:lnSpc>
              <a:buNone/>
            </a:pPr>
            <a:r>
              <a:rPr lang="en-US" sz="2400" b="1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Question: </a:t>
            </a:r>
            <a:pPr algn="l" indent="0" marL="0">
              <a:lnSpc>
                <a:spcPct val="115892"/>
              </a:lnSpc>
              <a:buNone/>
            </a:pPr>
            <a:r>
              <a:rPr lang="en-US" sz="2400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here.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7046119"/>
            <a:ext cx="7348252" cy="854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92"/>
              </a:lnSpc>
              <a:buNone/>
            </a:pPr>
            <a:r>
              <a:rPr lang="en-US" sz="2400" b="1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Model: </a:t>
            </a:r>
            <a:pPr algn="l" indent="0" marL="0">
              <a:lnSpc>
                <a:spcPct val="115892"/>
              </a:lnSpc>
              <a:buNone/>
            </a:pPr>
            <a:r>
              <a:rPr lang="en-US" sz="2400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representation.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33500" y="8110537"/>
            <a:ext cx="7348252" cy="854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92"/>
              </a:lnSpc>
              <a:buNone/>
            </a:pPr>
            <a:r>
              <a:rPr lang="en-US" sz="2400" b="1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Algorithm: </a:t>
            </a:r>
            <a:pPr algn="l" indent="0" marL="0">
              <a:lnSpc>
                <a:spcPct val="115892"/>
              </a:lnSpc>
              <a:buNone/>
            </a:pPr>
            <a:r>
              <a:rPr lang="en-US" sz="2400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procedure.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34475" y="2071688"/>
            <a:ext cx="19050" cy="7491413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/>
        </p:spPr>
      </p:sp>
      <p:sp>
        <p:nvSpPr>
          <p:cNvPr id="10" name="Text 8"/>
          <p:cNvSpPr/>
          <p:nvPr/>
        </p:nvSpPr>
        <p:spPr>
          <a:xfrm>
            <a:off x="9463564" y="2071688"/>
            <a:ext cx="7847648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1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Concept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820275" y="2876550"/>
            <a:ext cx="7134225" cy="190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</p:spPr>
      </p:sp>
      <p:sp>
        <p:nvSpPr>
          <p:cNvPr id="12" name="Text 10"/>
          <p:cNvSpPr/>
          <p:nvPr/>
        </p:nvSpPr>
        <p:spPr>
          <a:xfrm>
            <a:off x="9820275" y="5981700"/>
            <a:ext cx="7348252" cy="854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92"/>
              </a:lnSpc>
              <a:buNone/>
            </a:pPr>
            <a:r>
              <a:rPr lang="en-US" sz="2400" b="1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Question: </a:t>
            </a:r>
            <a:pPr algn="l" indent="0" marL="0">
              <a:lnSpc>
                <a:spcPct val="115892"/>
              </a:lnSpc>
              <a:buNone/>
            </a:pPr>
            <a:r>
              <a:rPr lang="en-US" sz="2400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here.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820275" y="7046119"/>
            <a:ext cx="7348252" cy="854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92"/>
              </a:lnSpc>
              <a:buNone/>
            </a:pPr>
            <a:r>
              <a:rPr lang="en-US" sz="2400" b="1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Model: </a:t>
            </a:r>
            <a:pPr algn="l" indent="0" marL="0">
              <a:lnSpc>
                <a:spcPct val="115892"/>
              </a:lnSpc>
              <a:buNone/>
            </a:pPr>
            <a:r>
              <a:rPr lang="en-US" sz="2400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representation.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820275" y="8110537"/>
            <a:ext cx="7348252" cy="854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92"/>
              </a:lnSpc>
              <a:buNone/>
            </a:pPr>
            <a:r>
              <a:rPr lang="en-US" sz="2400" b="1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Algorithm: </a:t>
            </a:r>
            <a:pPr algn="l" indent="0" marL="0">
              <a:lnSpc>
                <a:spcPct val="115892"/>
              </a:lnSpc>
              <a:buNone/>
            </a:pPr>
            <a:r>
              <a:rPr lang="en-US" sz="2400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procedure.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D949C">
                  <a:alpha val="100000"/>
                </a:srgbClr>
              </a:gs>
              <a:gs pos="100000">
                <a:srgbClr val="8D949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00100"/>
            <a:ext cx="12573000" cy="732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65"/>
              </a:lnSpc>
              <a:buNone/>
            </a:pPr>
            <a:r>
              <a:rPr lang="en-US" sz="4800" spc="-72" kern="0" dirty="0">
                <a:solidFill>
                  <a:srgbClr val="1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Three-Part Sequence Title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4148807"/>
            <a:ext cx="1162050" cy="1162050"/>
          </a:xfrm>
          <a:prstGeom prst="rect">
            <a:avLst/>
          </a:prstGeom>
          <a:solidFill>
            <a:srgbClr val="EAB434"/>
          </a:solidFill>
          <a:ln w="19050">
            <a:solidFill>
              <a:srgbClr val="1D3B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3450" y="4167857"/>
            <a:ext cx="1200150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52500" y="5596607"/>
            <a:ext cx="556003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3000" b="1" dirty="0">
                <a:solidFill>
                  <a:srgbClr val="1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Heading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6339557"/>
            <a:ext cx="5206212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51"/>
              </a:lnSpc>
              <a:buNone/>
            </a:pPr>
            <a:r>
              <a:rPr lang="en-US" sz="2400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short lines describing what students do in this step.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616675" y="4148807"/>
            <a:ext cx="1162050" cy="1162050"/>
          </a:xfrm>
          <a:prstGeom prst="rect">
            <a:avLst/>
          </a:prstGeom>
          <a:solidFill>
            <a:srgbClr val="3FB8D4"/>
          </a:solidFill>
          <a:ln w="19050">
            <a:solidFill>
              <a:srgbClr val="1D3B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7625" y="4167857"/>
            <a:ext cx="1200150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616675" y="5596607"/>
            <a:ext cx="556003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3000" b="1" dirty="0">
                <a:solidFill>
                  <a:srgbClr val="1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Heading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16675" y="6339557"/>
            <a:ext cx="5206212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51"/>
              </a:lnSpc>
              <a:buNone/>
            </a:pPr>
            <a:r>
              <a:rPr lang="en-US" sz="2400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short lines describing what students do in this step.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280850" y="4148807"/>
            <a:ext cx="1162050" cy="1162050"/>
          </a:xfrm>
          <a:prstGeom prst="rect">
            <a:avLst/>
          </a:prstGeom>
          <a:solidFill>
            <a:srgbClr val="F0785A"/>
          </a:solidFill>
          <a:ln w="19050">
            <a:solidFill>
              <a:srgbClr val="1D3B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61800" y="4167857"/>
            <a:ext cx="1200150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280850" y="5596607"/>
            <a:ext cx="556011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3000" b="1" dirty="0">
                <a:solidFill>
                  <a:srgbClr val="1D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Heading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280850" y="6339557"/>
            <a:ext cx="5206289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51"/>
              </a:lnSpc>
              <a:buNone/>
            </a:pPr>
            <a:r>
              <a:rPr lang="en-US" sz="2400" dirty="0">
                <a:solidFill>
                  <a:srgbClr val="22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short lines describing what students do in this step.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52500" y="9224963"/>
            <a:ext cx="180213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 note or standard reference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2026-08-06T06:53:31Z</dcterms:created>
  <dcterms:modified xsi:type="dcterms:W3CDTF">2026-08-06T06:53:31Z</dcterms:modified>
</cp:coreProperties>
</file>